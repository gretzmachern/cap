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sldIdLst>
    <p:sldId id="257" r:id="rId2"/>
    <p:sldId id="259" r:id="rId3"/>
  </p:sldIdLst>
  <p:sldSz cx="6858000" cy="9906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0000"/>
    <a:srgbClr val="FFC000"/>
    <a:srgbClr val="A02B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08"/>
    <p:restoredTop sz="94664"/>
  </p:normalViewPr>
  <p:slideViewPr>
    <p:cSldViewPr snapToGrid="0">
      <p:cViewPr>
        <p:scale>
          <a:sx n="192" d="100"/>
          <a:sy n="192" d="100"/>
        </p:scale>
        <p:origin x="728" y="-472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14350" y="1621191"/>
            <a:ext cx="5829300" cy="3448756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57250" y="5202944"/>
            <a:ext cx="5143500" cy="2391656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218854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9969492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Abschnitts-&#10;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7916" y="2469624"/>
            <a:ext cx="5915025" cy="4120620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67916" y="6629226"/>
            <a:ext cx="5915025" cy="216693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82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82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9817351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71488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471863" y="2637014"/>
            <a:ext cx="2914650" cy="6285266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90079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527405"/>
            <a:ext cx="5915025" cy="1914702"/>
          </a:xfrm>
        </p:spPr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2381" y="2428347"/>
            <a:ext cx="2901255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381" y="3618442"/>
            <a:ext cx="2901255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471863" y="2428347"/>
            <a:ext cx="2915543" cy="1190095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471863" y="3618442"/>
            <a:ext cx="2915543" cy="5322183"/>
          </a:xfr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3406195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8949613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157497166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Inhalt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15543" y="1426282"/>
            <a:ext cx="3471863" cy="7039681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738734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Bild mit Überschri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381" y="660400"/>
            <a:ext cx="2211884" cy="231140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915543" y="1426282"/>
            <a:ext cx="3471863" cy="7039681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381" y="2971800"/>
            <a:ext cx="2211884" cy="5505627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815251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2188638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907757" y="527403"/>
            <a:ext cx="1478756" cy="8394877"/>
          </a:xfrm>
        </p:spPr>
        <p:txBody>
          <a:bodyPr vert="eaVert"/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71488" y="527403"/>
            <a:ext cx="4350544" cy="8394877"/>
          </a:xfrm>
        </p:spPr>
        <p:txBody>
          <a:bodyPr vert="eaVert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3436795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71487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DAC9B8B-EB16-D549-99D6-0D51CC3D1934}" type="datetimeFigureOut">
              <a:rPr lang="de-DE" smtClean="0"/>
              <a:t>11.09.26</a:t>
            </a:fld>
            <a:endParaRPr lang="de-D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de-D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17C179-5C0E-DB44-ACCC-97D4CB81ACDB}" type="slidenum">
              <a:rPr lang="de-DE" smtClean="0"/>
              <a:t>‹Nr.›</a:t>
            </a:fld>
            <a:endParaRPr lang="de-DE"/>
          </a:p>
        </p:txBody>
      </p:sp>
    </p:spTree>
    <p:extLst>
      <p:ext uri="{BB962C8B-B14F-4D97-AF65-F5344CB8AC3E}">
        <p14:creationId xmlns:p14="http://schemas.microsoft.com/office/powerpoint/2010/main" val="27406139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emf"/><Relationship Id="rId4" Type="http://schemas.openxmlformats.org/officeDocument/2006/relationships/oleObject" Target="../embeddings/oleObject1.bin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AD36DE-EAF5-18B9-A348-9E68B411FFD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2D8133A9-DE55-5BFA-BB4B-193B3649FA4C}"/>
              </a:ext>
            </a:extLst>
          </p:cNvPr>
          <p:cNvSpPr/>
          <p:nvPr/>
        </p:nvSpPr>
        <p:spPr>
          <a:xfrm>
            <a:off x="-24343" y="3492507"/>
            <a:ext cx="1652081" cy="1926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Lee et al</a:t>
            </a:r>
          </a:p>
          <a:p>
            <a:pPr algn="r"/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Pretreatment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TNBC</a:t>
            </a:r>
          </a:p>
          <a:p>
            <a:pPr algn="r"/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Biopsies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=50)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Grafik 2">
            <a:extLst>
              <a:ext uri="{FF2B5EF4-FFF2-40B4-BE49-F238E27FC236}">
                <a16:creationId xmlns:a16="http://schemas.microsoft.com/office/drawing/2014/main" id="{30E275B5-50D3-62A3-A23D-FD6B52AFDD8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t="1714" r="19624"/>
          <a:stretch>
            <a:fillRect/>
          </a:stretch>
        </p:blipFill>
        <p:spPr>
          <a:xfrm>
            <a:off x="1652081" y="1160767"/>
            <a:ext cx="5205919" cy="6740453"/>
          </a:xfrm>
          <a:prstGeom prst="rect">
            <a:avLst/>
          </a:prstGeom>
        </p:spPr>
      </p:pic>
      <p:sp>
        <p:nvSpPr>
          <p:cNvPr id="4" name="Rechteck 3">
            <a:extLst>
              <a:ext uri="{FF2B5EF4-FFF2-40B4-BE49-F238E27FC236}">
                <a16:creationId xmlns:a16="http://schemas.microsoft.com/office/drawing/2014/main" id="{7980B4AB-4BE7-9959-4CCE-5466BDBF741B}"/>
              </a:ext>
            </a:extLst>
          </p:cNvPr>
          <p:cNvSpPr/>
          <p:nvPr/>
        </p:nvSpPr>
        <p:spPr>
          <a:xfrm>
            <a:off x="0" y="1043220"/>
            <a:ext cx="1652081" cy="1926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Kosok et al</a:t>
            </a:r>
          </a:p>
          <a:p>
            <a:pPr algn="r"/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BC </a:t>
            </a:r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Cellines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=18)</a:t>
            </a:r>
          </a:p>
          <a:p>
            <a:pPr algn="r"/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Grafik 4">
            <a:extLst>
              <a:ext uri="{FF2B5EF4-FFF2-40B4-BE49-F238E27FC236}">
                <a16:creationId xmlns:a16="http://schemas.microsoft.com/office/drawing/2014/main" id="{C9BEDE10-0A89-99C2-DF72-21B4D97FAE7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6812" t="12968" r="5933" b="80963"/>
          <a:stretch>
            <a:fillRect/>
          </a:stretch>
        </p:blipFill>
        <p:spPr>
          <a:xfrm>
            <a:off x="0" y="1414060"/>
            <a:ext cx="617139" cy="546596"/>
          </a:xfrm>
          <a:prstGeom prst="rect">
            <a:avLst/>
          </a:prstGeom>
        </p:spPr>
      </p:pic>
      <p:pic>
        <p:nvPicPr>
          <p:cNvPr id="2" name="Grafik 1">
            <a:extLst>
              <a:ext uri="{FF2B5EF4-FFF2-40B4-BE49-F238E27FC236}">
                <a16:creationId xmlns:a16="http://schemas.microsoft.com/office/drawing/2014/main" id="{5E33B449-AE72-5105-C4DF-D9AEE0D7D9E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80475" t="43728" r="-4953" b="39773"/>
          <a:stretch>
            <a:fillRect/>
          </a:stretch>
        </p:blipFill>
        <p:spPr>
          <a:xfrm>
            <a:off x="-24344" y="3945784"/>
            <a:ext cx="2137228" cy="1525156"/>
          </a:xfrm>
          <a:prstGeom prst="rect">
            <a:avLst/>
          </a:prstGeom>
        </p:spPr>
      </p:pic>
      <p:sp>
        <p:nvSpPr>
          <p:cNvPr id="739" name="Rechteck 738">
            <a:extLst>
              <a:ext uri="{FF2B5EF4-FFF2-40B4-BE49-F238E27FC236}">
                <a16:creationId xmlns:a16="http://schemas.microsoft.com/office/drawing/2014/main" id="{FE8973B7-F726-7019-033B-78960412BF00}"/>
              </a:ext>
            </a:extLst>
          </p:cNvPr>
          <p:cNvSpPr/>
          <p:nvPr/>
        </p:nvSpPr>
        <p:spPr>
          <a:xfrm>
            <a:off x="-24344" y="5764798"/>
            <a:ext cx="1652081" cy="19260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t" anchorCtr="0"/>
          <a:lstStyle/>
          <a:p>
            <a:pPr algn="r"/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Anurag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et al</a:t>
            </a:r>
          </a:p>
          <a:p>
            <a:pPr algn="r"/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TNBC </a:t>
            </a:r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Biopsies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(</a:t>
            </a:r>
            <a:r>
              <a:rPr lang="de-DE" sz="800" dirty="0" err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de-DE" sz="8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=44)</a:t>
            </a:r>
          </a:p>
          <a:p>
            <a:endParaRPr lang="de-DE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741" name="Tabelle 740">
            <a:extLst>
              <a:ext uri="{FF2B5EF4-FFF2-40B4-BE49-F238E27FC236}">
                <a16:creationId xmlns:a16="http://schemas.microsoft.com/office/drawing/2014/main" id="{A2545044-C333-DEDB-2C67-9607D92DD29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97205128"/>
              </p:ext>
            </p:extLst>
          </p:nvPr>
        </p:nvGraphicFramePr>
        <p:xfrm>
          <a:off x="-24344" y="737571"/>
          <a:ext cx="6882344" cy="37084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772121">
                  <a:extLst>
                    <a:ext uri="{9D8B030D-6E8A-4147-A177-3AD203B41FA5}">
                      <a16:colId xmlns:a16="http://schemas.microsoft.com/office/drawing/2014/main" val="2505367082"/>
                    </a:ext>
                  </a:extLst>
                </a:gridCol>
                <a:gridCol w="1551008">
                  <a:extLst>
                    <a:ext uri="{9D8B030D-6E8A-4147-A177-3AD203B41FA5}">
                      <a16:colId xmlns:a16="http://schemas.microsoft.com/office/drawing/2014/main" val="864645088"/>
                    </a:ext>
                  </a:extLst>
                </a:gridCol>
                <a:gridCol w="1736202">
                  <a:extLst>
                    <a:ext uri="{9D8B030D-6E8A-4147-A177-3AD203B41FA5}">
                      <a16:colId xmlns:a16="http://schemas.microsoft.com/office/drawing/2014/main" val="3684858103"/>
                    </a:ext>
                  </a:extLst>
                </a:gridCol>
                <a:gridCol w="1823013">
                  <a:extLst>
                    <a:ext uri="{9D8B030D-6E8A-4147-A177-3AD203B41FA5}">
                      <a16:colId xmlns:a16="http://schemas.microsoft.com/office/drawing/2014/main" val="46967401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de-DE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 dirty="0"/>
                        <a:t>ROR1 </a:t>
                      </a:r>
                      <a:r>
                        <a:rPr lang="de-DE" sz="800" b="1" dirty="0" err="1"/>
                        <a:t>vd</a:t>
                      </a:r>
                      <a:r>
                        <a:rPr lang="de-DE" sz="800" b="1" dirty="0"/>
                        <a:t> EGFR</a:t>
                      </a:r>
                    </a:p>
                    <a:p>
                      <a:pPr algn="ctr"/>
                      <a:r>
                        <a:rPr lang="de-DE" sz="800" b="0" dirty="0"/>
                        <a:t>(Protein </a:t>
                      </a:r>
                      <a:r>
                        <a:rPr lang="de-DE" sz="800" b="0" dirty="0" err="1"/>
                        <a:t>Abundance</a:t>
                      </a:r>
                      <a:r>
                        <a:rPr lang="de-DE" sz="800" b="0" dirty="0"/>
                        <a:t>)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 dirty="0"/>
                        <a:t>ROR1-EGFR pair score </a:t>
                      </a:r>
                      <a:r>
                        <a:rPr lang="de-DE" sz="800" b="1" dirty="0" err="1"/>
                        <a:t>vs</a:t>
                      </a:r>
                      <a:r>
                        <a:rPr lang="de-DE" sz="800" b="1" dirty="0"/>
                        <a:t> EMT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de-DE" sz="800" b="1" dirty="0"/>
                        <a:t>ROR1-EGFR pair score </a:t>
                      </a:r>
                      <a:r>
                        <a:rPr lang="de-DE" sz="800" b="1" dirty="0" err="1"/>
                        <a:t>vs</a:t>
                      </a:r>
                      <a:r>
                        <a:rPr lang="de-DE" sz="800" b="1" dirty="0"/>
                        <a:t> BCSC</a:t>
                      </a: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963020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0305521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11DE2C-DA69-3919-F8F6-B264921D2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uppieren 1">
            <a:extLst>
              <a:ext uri="{FF2B5EF4-FFF2-40B4-BE49-F238E27FC236}">
                <a16:creationId xmlns:a16="http://schemas.microsoft.com/office/drawing/2014/main" id="{9CFE87A6-D4C3-6F50-8BF9-42CCB84BB45E}"/>
              </a:ext>
            </a:extLst>
          </p:cNvPr>
          <p:cNvGrpSpPr/>
          <p:nvPr/>
        </p:nvGrpSpPr>
        <p:grpSpPr>
          <a:xfrm>
            <a:off x="0" y="1713053"/>
            <a:ext cx="6871267" cy="5443122"/>
            <a:chOff x="0" y="-1630186"/>
            <a:chExt cx="9680917" cy="7668802"/>
          </a:xfrm>
        </p:grpSpPr>
        <p:grpSp>
          <p:nvGrpSpPr>
            <p:cNvPr id="3" name="Gruppieren 2">
              <a:extLst>
                <a:ext uri="{FF2B5EF4-FFF2-40B4-BE49-F238E27FC236}">
                  <a16:creationId xmlns:a16="http://schemas.microsoft.com/office/drawing/2014/main" id="{BB0B343C-2F36-C84E-CA80-B321736739AC}"/>
                </a:ext>
              </a:extLst>
            </p:cNvPr>
            <p:cNvGrpSpPr/>
            <p:nvPr/>
          </p:nvGrpSpPr>
          <p:grpSpPr>
            <a:xfrm>
              <a:off x="0" y="-1630186"/>
              <a:ext cx="9680917" cy="7567498"/>
              <a:chOff x="-156519" y="-1162621"/>
              <a:chExt cx="9680917" cy="7567498"/>
            </a:xfrm>
          </p:grpSpPr>
          <p:sp>
            <p:nvSpPr>
              <p:cNvPr id="5" name="Textfeld 4">
                <a:extLst>
                  <a:ext uri="{FF2B5EF4-FFF2-40B4-BE49-F238E27FC236}">
                    <a16:creationId xmlns:a16="http://schemas.microsoft.com/office/drawing/2014/main" id="{EEB593B8-35DF-0FB9-2044-C4DA14D96A93}"/>
                  </a:ext>
                </a:extLst>
              </p:cNvPr>
              <p:cNvSpPr txBox="1"/>
              <p:nvPr/>
            </p:nvSpPr>
            <p:spPr>
              <a:xfrm>
                <a:off x="243812" y="-1149286"/>
                <a:ext cx="3197884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a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second</a:t>
                </a:r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generation</a:t>
                </a:r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hemibody</a:t>
                </a:r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architecture</a:t>
                </a:r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(2G)</a:t>
                </a:r>
                <a:endParaRPr lang="de-US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" name="Textfeld 5">
                <a:extLst>
                  <a:ext uri="{FF2B5EF4-FFF2-40B4-BE49-F238E27FC236}">
                    <a16:creationId xmlns:a16="http://schemas.microsoft.com/office/drawing/2014/main" id="{B3065D11-697C-EB66-59A7-B3005E7876A9}"/>
                  </a:ext>
                </a:extLst>
              </p:cNvPr>
              <p:cNvSpPr txBox="1"/>
              <p:nvPr/>
            </p:nvSpPr>
            <p:spPr>
              <a:xfrm>
                <a:off x="-156519" y="-805329"/>
                <a:ext cx="2164344" cy="53661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>
                  <a:lnSpc>
                    <a:spcPct val="150000"/>
                  </a:lnSpc>
                </a:pP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Split T </a:t>
                </a:r>
                <a:r>
                  <a:rPr lang="de-DE" sz="75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cell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enganger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(V</a:t>
                </a:r>
                <a:r>
                  <a:rPr lang="de-DE" sz="75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H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V</a:t>
                </a:r>
                <a:r>
                  <a:rPr lang="de-DE" sz="750" baseline="-2500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</a:p>
              <a:p>
                <a:pPr algn="r"/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Split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Fv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(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single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domain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pic>
            <p:nvPicPr>
              <p:cNvPr id="7" name="Content Placeholder 3">
                <a:extLst>
                  <a:ext uri="{FF2B5EF4-FFF2-40B4-BE49-F238E27FC236}">
                    <a16:creationId xmlns:a16="http://schemas.microsoft.com/office/drawing/2014/main" id="{2595B812-A8CD-1A60-6AB9-FFD9AA799283}"/>
                  </a:ext>
                </a:extLst>
              </p:cNvPr>
              <p:cNvPicPr>
                <a:picLocks/>
              </p:cNvPicPr>
              <p:nvPr/>
            </p:nvPicPr>
            <p:blipFill>
              <a:blip r:embed="rId2"/>
              <a:srcRect l="9711"/>
              <a:stretch/>
            </p:blipFill>
            <p:spPr>
              <a:xfrm>
                <a:off x="612179" y="2298380"/>
                <a:ext cx="1465320" cy="1394302"/>
              </a:xfrm>
              <a:prstGeom prst="rect">
                <a:avLst/>
              </a:prstGeom>
            </p:spPr>
          </p:pic>
          <p:pic>
            <p:nvPicPr>
              <p:cNvPr id="8" name="Picture 4">
                <a:extLst>
                  <a:ext uri="{FF2B5EF4-FFF2-40B4-BE49-F238E27FC236}">
                    <a16:creationId xmlns:a16="http://schemas.microsoft.com/office/drawing/2014/main" id="{57D5E845-0EC9-491E-768F-B8463B57539C}"/>
                  </a:ext>
                </a:extLst>
              </p:cNvPr>
              <p:cNvPicPr/>
              <p:nvPr/>
            </p:nvPicPr>
            <p:blipFill>
              <a:blip r:embed="rId3"/>
              <a:srcRect l="7125"/>
              <a:stretch>
                <a:fillRect/>
              </a:stretch>
            </p:blipFill>
            <p:spPr>
              <a:xfrm>
                <a:off x="2189652" y="2279330"/>
                <a:ext cx="1622926" cy="1427351"/>
              </a:xfrm>
              <a:prstGeom prst="rect">
                <a:avLst/>
              </a:prstGeom>
            </p:spPr>
          </p:pic>
          <p:sp>
            <p:nvSpPr>
              <p:cNvPr id="9" name="Textfeld 8">
                <a:extLst>
                  <a:ext uri="{FF2B5EF4-FFF2-40B4-BE49-F238E27FC236}">
                    <a16:creationId xmlns:a16="http://schemas.microsoft.com/office/drawing/2014/main" id="{075CA269-3F31-C06A-20BE-008586E25E06}"/>
                  </a:ext>
                </a:extLst>
              </p:cNvPr>
              <p:cNvSpPr txBox="1"/>
              <p:nvPr/>
            </p:nvSpPr>
            <p:spPr>
              <a:xfrm>
                <a:off x="255633" y="1355449"/>
                <a:ext cx="1740220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c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pharmacokinetics</a:t>
                </a:r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 (PK)</a:t>
                </a:r>
                <a:endParaRPr lang="de-US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0" name="Textfeld 9">
                <a:extLst>
                  <a:ext uri="{FF2B5EF4-FFF2-40B4-BE49-F238E27FC236}">
                    <a16:creationId xmlns:a16="http://schemas.microsoft.com/office/drawing/2014/main" id="{01FD4F34-E3F4-0D6B-99E2-9CACF94DEE90}"/>
                  </a:ext>
                </a:extLst>
              </p:cNvPr>
              <p:cNvSpPr txBox="1"/>
              <p:nvPr/>
            </p:nvSpPr>
            <p:spPr>
              <a:xfrm>
                <a:off x="529177" y="1733919"/>
                <a:ext cx="1201612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1st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generation</a:t>
                </a:r>
                <a:endParaRPr lang="de-DE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(rapid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clearance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1" name="Textfeld 10">
                <a:extLst>
                  <a:ext uri="{FF2B5EF4-FFF2-40B4-BE49-F238E27FC236}">
                    <a16:creationId xmlns:a16="http://schemas.microsoft.com/office/drawing/2014/main" id="{DC1CEA75-44A3-1142-CB47-28597C23566C}"/>
                  </a:ext>
                </a:extLst>
              </p:cNvPr>
              <p:cNvSpPr txBox="1"/>
              <p:nvPr/>
            </p:nvSpPr>
            <p:spPr>
              <a:xfrm>
                <a:off x="2095824" y="1734375"/>
                <a:ext cx="1584195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2nd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generation</a:t>
                </a:r>
                <a:endParaRPr lang="de-DE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pPr algn="ctr"/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prolonged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persistence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2" name="Gruppieren 11">
                <a:extLst>
                  <a:ext uri="{FF2B5EF4-FFF2-40B4-BE49-F238E27FC236}">
                    <a16:creationId xmlns:a16="http://schemas.microsoft.com/office/drawing/2014/main" id="{7C5BA4BC-16CD-3007-351F-9301CAFB92F3}"/>
                  </a:ext>
                </a:extLst>
              </p:cNvPr>
              <p:cNvGrpSpPr/>
              <p:nvPr/>
            </p:nvGrpSpPr>
            <p:grpSpPr>
              <a:xfrm>
                <a:off x="100431" y="-259113"/>
                <a:ext cx="3163582" cy="1391329"/>
                <a:chOff x="30974" y="1396265"/>
                <a:chExt cx="3163582" cy="1391329"/>
              </a:xfrm>
            </p:grpSpPr>
            <p:sp>
              <p:nvSpPr>
                <p:cNvPr id="335" name="Textfeld 334">
                  <a:extLst>
                    <a:ext uri="{FF2B5EF4-FFF2-40B4-BE49-F238E27FC236}">
                      <a16:creationId xmlns:a16="http://schemas.microsoft.com/office/drawing/2014/main" id="{B3289624-DBA8-4DC1-8D24-7761AE749374}"/>
                    </a:ext>
                  </a:extLst>
                </p:cNvPr>
                <p:cNvSpPr txBox="1"/>
                <p:nvPr/>
              </p:nvSpPr>
              <p:spPr>
                <a:xfrm>
                  <a:off x="1173487" y="2510595"/>
                  <a:ext cx="125290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Knob-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into</a:t>
                  </a:r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-hole 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Fc</a:t>
                  </a:r>
                  <a:endParaRPr lang="de-DE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6" name="Textfeld 335">
                  <a:extLst>
                    <a:ext uri="{FF2B5EF4-FFF2-40B4-BE49-F238E27FC236}">
                      <a16:creationId xmlns:a16="http://schemas.microsoft.com/office/drawing/2014/main" id="{0CCE1BD0-828E-92FB-47FC-D29607F53770}"/>
                    </a:ext>
                  </a:extLst>
                </p:cNvPr>
                <p:cNvSpPr txBox="1"/>
                <p:nvPr/>
              </p:nvSpPr>
              <p:spPr>
                <a:xfrm>
                  <a:off x="30974" y="1427271"/>
                  <a:ext cx="1349087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750" dirty="0" err="1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Conditionally</a:t>
                  </a:r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750" dirty="0" err="1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binds</a:t>
                  </a:r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</a:p>
                <a:p>
                  <a:pPr algn="r"/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CD3 or TCR</a:t>
                  </a:r>
                  <a:endPara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337" name="Textfeld 336">
                  <a:extLst>
                    <a:ext uri="{FF2B5EF4-FFF2-40B4-BE49-F238E27FC236}">
                      <a16:creationId xmlns:a16="http://schemas.microsoft.com/office/drawing/2014/main" id="{447893F8-D31A-0CB4-F4C8-60ABEB1A56C8}"/>
                    </a:ext>
                  </a:extLst>
                </p:cNvPr>
                <p:cNvSpPr txBox="1"/>
                <p:nvPr/>
              </p:nvSpPr>
              <p:spPr>
                <a:xfrm>
                  <a:off x="2168206" y="1396265"/>
                  <a:ext cx="1026350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75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b</a:t>
                  </a:r>
                  <a:r>
                    <a:rPr lang="de-US" sz="75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inds target </a:t>
                  </a:r>
                </a:p>
                <a:p>
                  <a:pPr algn="ctr"/>
                  <a:r>
                    <a:rPr lang="de-US" sz="75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antigen 1 or 2</a:t>
                  </a:r>
                </a:p>
              </p:txBody>
            </p:sp>
            <p:grpSp>
              <p:nvGrpSpPr>
                <p:cNvPr id="338" name="Gruppieren 337">
                  <a:extLst>
                    <a:ext uri="{FF2B5EF4-FFF2-40B4-BE49-F238E27FC236}">
                      <a16:creationId xmlns:a16="http://schemas.microsoft.com/office/drawing/2014/main" id="{D9C603CA-9E48-BC32-A699-FF1C89DCCE99}"/>
                    </a:ext>
                  </a:extLst>
                </p:cNvPr>
                <p:cNvGrpSpPr/>
                <p:nvPr/>
              </p:nvGrpSpPr>
              <p:grpSpPr>
                <a:xfrm rot="5400000">
                  <a:off x="1440376" y="1366033"/>
                  <a:ext cx="1001476" cy="1250663"/>
                  <a:chOff x="9926916" y="3133980"/>
                  <a:chExt cx="1375665" cy="1779891"/>
                </a:xfrm>
              </p:grpSpPr>
              <p:grpSp>
                <p:nvGrpSpPr>
                  <p:cNvPr id="339" name="Gruppieren 338">
                    <a:extLst>
                      <a:ext uri="{FF2B5EF4-FFF2-40B4-BE49-F238E27FC236}">
                        <a16:creationId xmlns:a16="http://schemas.microsoft.com/office/drawing/2014/main" id="{820A1AB7-20BD-DACA-6042-32205FE8327F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0702148" y="3809059"/>
                    <a:ext cx="497454" cy="703412"/>
                    <a:chOff x="3174190" y="3394067"/>
                    <a:chExt cx="694424" cy="1110907"/>
                  </a:xfrm>
                </p:grpSpPr>
                <p:grpSp>
                  <p:nvGrpSpPr>
                    <p:cNvPr id="353" name="Gruppieren 352">
                      <a:extLst>
                        <a:ext uri="{FF2B5EF4-FFF2-40B4-BE49-F238E27FC236}">
                          <a16:creationId xmlns:a16="http://schemas.microsoft.com/office/drawing/2014/main" id="{18EE0ADD-4927-5C10-F585-B39E074F7F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4192" y="3394059"/>
                      <a:ext cx="694424" cy="1110907"/>
                      <a:chOff x="3174191" y="3394059"/>
                      <a:chExt cx="1089209" cy="1110907"/>
                    </a:xfrm>
                  </p:grpSpPr>
                  <p:sp>
                    <p:nvSpPr>
                      <p:cNvPr id="355" name="Rechteck 354">
                        <a:extLst>
                          <a:ext uri="{FF2B5EF4-FFF2-40B4-BE49-F238E27FC236}">
                            <a16:creationId xmlns:a16="http://schemas.microsoft.com/office/drawing/2014/main" id="{2F9A605B-F7D2-9555-8235-334A959DBCDD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56" name="Rechteck 355">
                        <a:extLst>
                          <a:ext uri="{FF2B5EF4-FFF2-40B4-BE49-F238E27FC236}">
                            <a16:creationId xmlns:a16="http://schemas.microsoft.com/office/drawing/2014/main" id="{4D7763C5-FAAC-254D-EDE5-662DD000CAB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57" name="Rechteck 356">
                        <a:extLst>
                          <a:ext uri="{FF2B5EF4-FFF2-40B4-BE49-F238E27FC236}">
                            <a16:creationId xmlns:a16="http://schemas.microsoft.com/office/drawing/2014/main" id="{1090942C-D606-8F1E-55F8-E92E60561EF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347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58" name="Rechteck 357">
                        <a:extLst>
                          <a:ext uri="{FF2B5EF4-FFF2-40B4-BE49-F238E27FC236}">
                            <a16:creationId xmlns:a16="http://schemas.microsoft.com/office/drawing/2014/main" id="{A35CBC98-0C74-6640-0BB3-BF40EB6AF25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2394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354" name="Oval 78">
                      <a:extLst>
                        <a:ext uri="{FF2B5EF4-FFF2-40B4-BE49-F238E27FC236}">
                          <a16:creationId xmlns:a16="http://schemas.microsoft.com/office/drawing/2014/main" id="{B6DC704B-B107-12FE-F204-5FA10FFF10B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4125" y="4113617"/>
                      <a:ext cx="254558" cy="25120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340" name="Gruppieren 339">
                    <a:extLst>
                      <a:ext uri="{FF2B5EF4-FFF2-40B4-BE49-F238E27FC236}">
                        <a16:creationId xmlns:a16="http://schemas.microsoft.com/office/drawing/2014/main" id="{F5C20DCF-D612-DD5E-8187-51FBBEE213B5}"/>
                      </a:ext>
                    </a:extLst>
                  </p:cNvPr>
                  <p:cNvGrpSpPr/>
                  <p:nvPr/>
                </p:nvGrpSpPr>
                <p:grpSpPr>
                  <a:xfrm rot="18722718">
                    <a:off x="9868392" y="3307667"/>
                    <a:ext cx="778384" cy="431010"/>
                    <a:chOff x="4774398" y="3087714"/>
                    <a:chExt cx="1086591" cy="680700"/>
                  </a:xfrm>
                </p:grpSpPr>
                <p:sp>
                  <p:nvSpPr>
                    <p:cNvPr id="351" name="Freihandform 75">
                      <a:extLst>
                        <a:ext uri="{FF2B5EF4-FFF2-40B4-BE49-F238E27FC236}">
                          <a16:creationId xmlns:a16="http://schemas.microsoft.com/office/drawing/2014/main" id="{BA3544F5-23B7-5BD1-0299-2654E14F2E9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398" y="3087714"/>
                      <a:ext cx="501007" cy="678828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52" name="Freihandform 76">
                      <a:extLst>
                        <a:ext uri="{FF2B5EF4-FFF2-40B4-BE49-F238E27FC236}">
                          <a16:creationId xmlns:a16="http://schemas.microsoft.com/office/drawing/2014/main" id="{AC5F0F64-7035-DDEC-43E8-27BF3F62480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59983" y="3089585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1982AF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341" name="Gerade Verbindung 66">
                    <a:extLst>
                      <a:ext uri="{FF2B5EF4-FFF2-40B4-BE49-F238E27FC236}">
                        <a16:creationId xmlns:a16="http://schemas.microsoft.com/office/drawing/2014/main" id="{1FDBBFC2-145D-4ADF-4DFF-20B00027B8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98596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2" name="Gerade Verbindung 67">
                    <a:extLst>
                      <a:ext uri="{FF2B5EF4-FFF2-40B4-BE49-F238E27FC236}">
                        <a16:creationId xmlns:a16="http://schemas.microsoft.com/office/drawing/2014/main" id="{E7EB5843-E360-8550-A079-A903122D203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71118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3" name="Gerade Verbindung 68">
                    <a:extLst>
                      <a:ext uri="{FF2B5EF4-FFF2-40B4-BE49-F238E27FC236}">
                        <a16:creationId xmlns:a16="http://schemas.microsoft.com/office/drawing/2014/main" id="{EF766C21-DC8D-160E-B84B-28D5DF0FDCB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4246909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4" name="Gerade Verbindung 69">
                    <a:extLst>
                      <a:ext uri="{FF2B5EF4-FFF2-40B4-BE49-F238E27FC236}">
                        <a16:creationId xmlns:a16="http://schemas.microsoft.com/office/drawing/2014/main" id="{9979CE72-1333-A7A0-3FD3-9D2D5BC4BB1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3984790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5" name="Gerade Verbindung 70">
                    <a:extLst>
                      <a:ext uri="{FF2B5EF4-FFF2-40B4-BE49-F238E27FC236}">
                        <a16:creationId xmlns:a16="http://schemas.microsoft.com/office/drawing/2014/main" id="{9B5784AA-0104-FF73-7502-D6988C16C7E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6306" y="4280003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6" name="Gerade Verbindung 71">
                    <a:extLst>
                      <a:ext uri="{FF2B5EF4-FFF2-40B4-BE49-F238E27FC236}">
                        <a16:creationId xmlns:a16="http://schemas.microsoft.com/office/drawing/2014/main" id="{F9F58C70-85F7-08BA-72F7-C3689299BF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0296306" y="3820472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7" name="Gerade Verbindung 72">
                    <a:extLst>
                      <a:ext uri="{FF2B5EF4-FFF2-40B4-BE49-F238E27FC236}">
                        <a16:creationId xmlns:a16="http://schemas.microsoft.com/office/drawing/2014/main" id="{E02323FC-81AA-C674-8D61-B8AF0901AD5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7972" y="3568847"/>
                    <a:ext cx="103048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8" name="Gerade Verbindung 73">
                    <a:extLst>
                      <a:ext uri="{FF2B5EF4-FFF2-40B4-BE49-F238E27FC236}">
                        <a16:creationId xmlns:a16="http://schemas.microsoft.com/office/drawing/2014/main" id="{83B0B381-171A-CB9D-C23C-E9FE4E6FD53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338" y="4274047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49" name="Gerade Verbindung 74">
                    <a:extLst>
                      <a:ext uri="{FF2B5EF4-FFF2-40B4-BE49-F238E27FC236}">
                        <a16:creationId xmlns:a16="http://schemas.microsoft.com/office/drawing/2014/main" id="{62DAFA6A-5FD8-68DF-9B4C-26710F6ADE7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805" y="4023775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50" name="Freihandform 86">
                    <a:extLst>
                      <a:ext uri="{FF2B5EF4-FFF2-40B4-BE49-F238E27FC236}">
                        <a16:creationId xmlns:a16="http://schemas.microsoft.com/office/drawing/2014/main" id="{6EAA2D3C-8D9D-CEC0-71F7-5A739D9B466E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9926916" y="4484045"/>
                    <a:ext cx="358898" cy="429826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noFill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3" name="Textfeld 12">
                <a:extLst>
                  <a:ext uri="{FF2B5EF4-FFF2-40B4-BE49-F238E27FC236}">
                    <a16:creationId xmlns:a16="http://schemas.microsoft.com/office/drawing/2014/main" id="{4A7C08F2-EEAF-44B3-BBAC-95AB7220F760}"/>
                  </a:ext>
                </a:extLst>
              </p:cNvPr>
              <p:cNvSpPr txBox="1"/>
              <p:nvPr/>
            </p:nvSpPr>
            <p:spPr>
              <a:xfrm>
                <a:off x="4633576" y="-747622"/>
                <a:ext cx="1730439" cy="292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Single-antigen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binding</a:t>
                </a:r>
                <a:endParaRPr lang="de-DE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4" name="Textfeld 13">
                <a:extLst>
                  <a:ext uri="{FF2B5EF4-FFF2-40B4-BE49-F238E27FC236}">
                    <a16:creationId xmlns:a16="http://schemas.microsoft.com/office/drawing/2014/main" id="{D8BB8489-C63F-4093-EAD7-82D25E56C2E4}"/>
                  </a:ext>
                </a:extLst>
              </p:cNvPr>
              <p:cNvSpPr txBox="1"/>
              <p:nvPr/>
            </p:nvSpPr>
            <p:spPr>
              <a:xfrm>
                <a:off x="6833939" y="-754815"/>
                <a:ext cx="1615257" cy="292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Dual-antigen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binding</a:t>
                </a:r>
                <a:endParaRPr lang="de-DE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5" name="Gruppieren 14">
                <a:extLst>
                  <a:ext uri="{FF2B5EF4-FFF2-40B4-BE49-F238E27FC236}">
                    <a16:creationId xmlns:a16="http://schemas.microsoft.com/office/drawing/2014/main" id="{BEA29E1F-8F75-0AB5-1CA2-A19C6C690F85}"/>
                  </a:ext>
                </a:extLst>
              </p:cNvPr>
              <p:cNvGrpSpPr/>
              <p:nvPr/>
            </p:nvGrpSpPr>
            <p:grpSpPr>
              <a:xfrm>
                <a:off x="6021161" y="-377038"/>
                <a:ext cx="3503237" cy="1951748"/>
                <a:chOff x="3958750" y="2929149"/>
                <a:chExt cx="3503237" cy="1951748"/>
              </a:xfrm>
            </p:grpSpPr>
            <p:sp>
              <p:nvSpPr>
                <p:cNvPr id="270" name="Textfeld 269">
                  <a:extLst>
                    <a:ext uri="{FF2B5EF4-FFF2-40B4-BE49-F238E27FC236}">
                      <a16:creationId xmlns:a16="http://schemas.microsoft.com/office/drawing/2014/main" id="{B83AAB04-FD06-A325-9C31-CA850A738079}"/>
                    </a:ext>
                  </a:extLst>
                </p:cNvPr>
                <p:cNvSpPr txBox="1"/>
                <p:nvPr/>
              </p:nvSpPr>
              <p:spPr>
                <a:xfrm>
                  <a:off x="5897029" y="3367311"/>
                  <a:ext cx="1564958" cy="4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Antigen 2</a:t>
                  </a:r>
                </a:p>
                <a:p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(e.g. </a:t>
                  </a:r>
                  <a:r>
                    <a:rPr lang="de-DE" sz="75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EpCAM</a:t>
                  </a:r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750" dirty="0" err="1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or</a:t>
                  </a:r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EGFR</a:t>
                  </a:r>
                  <a:r>
                    <a:rPr lang="de-DE" sz="750" dirty="0">
                      <a:solidFill>
                        <a:schemeClr val="accent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)</a:t>
                  </a:r>
                  <a:endParaRPr lang="de-US" sz="75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71" name="Textfeld 270">
                  <a:extLst>
                    <a:ext uri="{FF2B5EF4-FFF2-40B4-BE49-F238E27FC236}">
                      <a16:creationId xmlns:a16="http://schemas.microsoft.com/office/drawing/2014/main" id="{CE882A0E-852C-80E4-B7FC-00596E8EE5EB}"/>
                    </a:ext>
                  </a:extLst>
                </p:cNvPr>
                <p:cNvSpPr txBox="1"/>
                <p:nvPr/>
              </p:nvSpPr>
              <p:spPr>
                <a:xfrm>
                  <a:off x="3958750" y="3376594"/>
                  <a:ext cx="1398246" cy="43088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Antigen 1</a:t>
                  </a:r>
                </a:p>
                <a:p>
                  <a:pPr algn="r"/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(e.g. Her2 </a:t>
                  </a:r>
                  <a:r>
                    <a:rPr lang="de-DE" sz="75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or</a:t>
                  </a:r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ROR1)</a:t>
                  </a:r>
                  <a:endParaRPr lang="de-US" sz="75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72" name="Gruppieren 271">
                  <a:extLst>
                    <a:ext uri="{FF2B5EF4-FFF2-40B4-BE49-F238E27FC236}">
                      <a16:creationId xmlns:a16="http://schemas.microsoft.com/office/drawing/2014/main" id="{CD5D1EF5-22AB-AA98-3201-FD5F8EE0C233}"/>
                    </a:ext>
                  </a:extLst>
                </p:cNvPr>
                <p:cNvGrpSpPr/>
                <p:nvPr/>
              </p:nvGrpSpPr>
              <p:grpSpPr>
                <a:xfrm rot="280412">
                  <a:off x="5659128" y="3483369"/>
                  <a:ext cx="490329" cy="574141"/>
                  <a:chOff x="9926916" y="3133980"/>
                  <a:chExt cx="1375659" cy="1779891"/>
                </a:xfrm>
              </p:grpSpPr>
              <p:grpSp>
                <p:nvGrpSpPr>
                  <p:cNvPr id="315" name="Gruppieren 314">
                    <a:extLst>
                      <a:ext uri="{FF2B5EF4-FFF2-40B4-BE49-F238E27FC236}">
                        <a16:creationId xmlns:a16="http://schemas.microsoft.com/office/drawing/2014/main" id="{36A75544-5845-49FE-7219-F04E6340CF7A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0702142" y="3809058"/>
                    <a:ext cx="497454" cy="703412"/>
                    <a:chOff x="3174192" y="3394059"/>
                    <a:chExt cx="694424" cy="1110907"/>
                  </a:xfrm>
                </p:grpSpPr>
                <p:grpSp>
                  <p:nvGrpSpPr>
                    <p:cNvPr id="329" name="Gruppieren 328">
                      <a:extLst>
                        <a:ext uri="{FF2B5EF4-FFF2-40B4-BE49-F238E27FC236}">
                          <a16:creationId xmlns:a16="http://schemas.microsoft.com/office/drawing/2014/main" id="{FF8CA2E2-8D38-E83B-A6D4-21047EA4E0FF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4192" y="3394059"/>
                      <a:ext cx="694424" cy="1110907"/>
                      <a:chOff x="3174191" y="3394059"/>
                      <a:chExt cx="1089209" cy="1110907"/>
                    </a:xfrm>
                  </p:grpSpPr>
                  <p:sp>
                    <p:nvSpPr>
                      <p:cNvPr id="331" name="Rechteck 330">
                        <a:extLst>
                          <a:ext uri="{FF2B5EF4-FFF2-40B4-BE49-F238E27FC236}">
                            <a16:creationId xmlns:a16="http://schemas.microsoft.com/office/drawing/2014/main" id="{7F6B5D65-BDDD-FB8F-DF4A-955C5682D95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32" name="Rechteck 331">
                        <a:extLst>
                          <a:ext uri="{FF2B5EF4-FFF2-40B4-BE49-F238E27FC236}">
                            <a16:creationId xmlns:a16="http://schemas.microsoft.com/office/drawing/2014/main" id="{F728D898-48AA-D2F0-3C55-56B4E7C0583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33" name="Rechteck 332">
                        <a:extLst>
                          <a:ext uri="{FF2B5EF4-FFF2-40B4-BE49-F238E27FC236}">
                            <a16:creationId xmlns:a16="http://schemas.microsoft.com/office/drawing/2014/main" id="{780DA3FB-BC43-6304-2769-ACE37836B62C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347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34" name="Rechteck 333">
                        <a:extLst>
                          <a:ext uri="{FF2B5EF4-FFF2-40B4-BE49-F238E27FC236}">
                            <a16:creationId xmlns:a16="http://schemas.microsoft.com/office/drawing/2014/main" id="{F8C75A59-9390-22F1-0AB7-2F808AC5E7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2394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330" name="Oval 78">
                      <a:extLst>
                        <a:ext uri="{FF2B5EF4-FFF2-40B4-BE49-F238E27FC236}">
                          <a16:creationId xmlns:a16="http://schemas.microsoft.com/office/drawing/2014/main" id="{D55915BE-8BF0-6FBB-AB8D-16A3DAA7083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4125" y="4113617"/>
                      <a:ext cx="254558" cy="25120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316" name="Gruppieren 315">
                    <a:extLst>
                      <a:ext uri="{FF2B5EF4-FFF2-40B4-BE49-F238E27FC236}">
                        <a16:creationId xmlns:a16="http://schemas.microsoft.com/office/drawing/2014/main" id="{1350C2B9-3594-9AF6-7E87-97CD025C6204}"/>
                      </a:ext>
                    </a:extLst>
                  </p:cNvPr>
                  <p:cNvGrpSpPr/>
                  <p:nvPr/>
                </p:nvGrpSpPr>
                <p:grpSpPr>
                  <a:xfrm rot="18722718">
                    <a:off x="9868392" y="3307667"/>
                    <a:ext cx="778384" cy="431010"/>
                    <a:chOff x="4774398" y="3087714"/>
                    <a:chExt cx="1086591" cy="680700"/>
                  </a:xfrm>
                </p:grpSpPr>
                <p:sp>
                  <p:nvSpPr>
                    <p:cNvPr id="327" name="Freihandform 75">
                      <a:extLst>
                        <a:ext uri="{FF2B5EF4-FFF2-40B4-BE49-F238E27FC236}">
                          <a16:creationId xmlns:a16="http://schemas.microsoft.com/office/drawing/2014/main" id="{2889939F-D448-129D-0DFE-CC5CE7348C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398" y="3087714"/>
                      <a:ext cx="501007" cy="678828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28" name="Freihandform 76">
                      <a:extLst>
                        <a:ext uri="{FF2B5EF4-FFF2-40B4-BE49-F238E27FC236}">
                          <a16:creationId xmlns:a16="http://schemas.microsoft.com/office/drawing/2014/main" id="{5D011864-321B-6128-5A69-9EA918EC3722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59983" y="3089585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1982AF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317" name="Gerade Verbindung 66">
                    <a:extLst>
                      <a:ext uri="{FF2B5EF4-FFF2-40B4-BE49-F238E27FC236}">
                        <a16:creationId xmlns:a16="http://schemas.microsoft.com/office/drawing/2014/main" id="{78CDE31B-EF5C-FF37-4CBB-EBB4A179B43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98596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8" name="Gerade Verbindung 67">
                    <a:extLst>
                      <a:ext uri="{FF2B5EF4-FFF2-40B4-BE49-F238E27FC236}">
                        <a16:creationId xmlns:a16="http://schemas.microsoft.com/office/drawing/2014/main" id="{40A09C87-EE65-F075-2F71-93187FE5C99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71118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19" name="Gerade Verbindung 68">
                    <a:extLst>
                      <a:ext uri="{FF2B5EF4-FFF2-40B4-BE49-F238E27FC236}">
                        <a16:creationId xmlns:a16="http://schemas.microsoft.com/office/drawing/2014/main" id="{092D42C4-A20C-2D8A-C9E8-66310B879D5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4246909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0" name="Gerade Verbindung 69">
                    <a:extLst>
                      <a:ext uri="{FF2B5EF4-FFF2-40B4-BE49-F238E27FC236}">
                        <a16:creationId xmlns:a16="http://schemas.microsoft.com/office/drawing/2014/main" id="{1457FC93-BEB3-280D-FCBA-03A9AB93E31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3984790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1" name="Gerade Verbindung 70">
                    <a:extLst>
                      <a:ext uri="{FF2B5EF4-FFF2-40B4-BE49-F238E27FC236}">
                        <a16:creationId xmlns:a16="http://schemas.microsoft.com/office/drawing/2014/main" id="{E8DC2CE2-67C2-4CE0-B887-560EB0C17F8C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6306" y="4280003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2" name="Gerade Verbindung 71">
                    <a:extLst>
                      <a:ext uri="{FF2B5EF4-FFF2-40B4-BE49-F238E27FC236}">
                        <a16:creationId xmlns:a16="http://schemas.microsoft.com/office/drawing/2014/main" id="{811BABB3-4E21-E35D-8FA4-97B6E4CADA4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0296306" y="3820472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3" name="Gerade Verbindung 72">
                    <a:extLst>
                      <a:ext uri="{FF2B5EF4-FFF2-40B4-BE49-F238E27FC236}">
                        <a16:creationId xmlns:a16="http://schemas.microsoft.com/office/drawing/2014/main" id="{4E298DB3-4D45-E830-D6BC-705B7751D769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7972" y="3568847"/>
                    <a:ext cx="103048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4" name="Gerade Verbindung 73">
                    <a:extLst>
                      <a:ext uri="{FF2B5EF4-FFF2-40B4-BE49-F238E27FC236}">
                        <a16:creationId xmlns:a16="http://schemas.microsoft.com/office/drawing/2014/main" id="{17EA4F38-F37D-B0F5-22CF-9E264BDBFC1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338" y="4274047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25" name="Gerade Verbindung 74">
                    <a:extLst>
                      <a:ext uri="{FF2B5EF4-FFF2-40B4-BE49-F238E27FC236}">
                        <a16:creationId xmlns:a16="http://schemas.microsoft.com/office/drawing/2014/main" id="{CD3788D2-5BFE-A514-0FC4-E828983849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805" y="4023775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326" name="Freihandform 86">
                    <a:extLst>
                      <a:ext uri="{FF2B5EF4-FFF2-40B4-BE49-F238E27FC236}">
                        <a16:creationId xmlns:a16="http://schemas.microsoft.com/office/drawing/2014/main" id="{C68548DF-643D-1982-B7B7-3913DACD0546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9926916" y="4484045"/>
                    <a:ext cx="358898" cy="429826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noFill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73" name="Gruppieren 272">
                  <a:extLst>
                    <a:ext uri="{FF2B5EF4-FFF2-40B4-BE49-F238E27FC236}">
                      <a16:creationId xmlns:a16="http://schemas.microsoft.com/office/drawing/2014/main" id="{C82751FF-80F5-4CEC-F74D-AE47C48BD804}"/>
                    </a:ext>
                  </a:extLst>
                </p:cNvPr>
                <p:cNvGrpSpPr/>
                <p:nvPr/>
              </p:nvGrpSpPr>
              <p:grpSpPr>
                <a:xfrm>
                  <a:off x="5096599" y="3462678"/>
                  <a:ext cx="478597" cy="599237"/>
                  <a:chOff x="7932684" y="3122165"/>
                  <a:chExt cx="1395378" cy="1787623"/>
                </a:xfrm>
              </p:grpSpPr>
              <p:sp>
                <p:nvSpPr>
                  <p:cNvPr id="295" name="Freihandform 65">
                    <a:extLst>
                      <a:ext uri="{FF2B5EF4-FFF2-40B4-BE49-F238E27FC236}">
                        <a16:creationId xmlns:a16="http://schemas.microsoft.com/office/drawing/2014/main" id="{D39B4A57-A460-BEEB-0211-1D483BE143F5}"/>
                      </a:ext>
                    </a:extLst>
                  </p:cNvPr>
                  <p:cNvSpPr/>
                  <p:nvPr/>
                </p:nvSpPr>
                <p:spPr>
                  <a:xfrm rot="10643584" flipH="1">
                    <a:off x="8969164" y="4479962"/>
                    <a:ext cx="358898" cy="429826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noFill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96" name="Gruppieren 295">
                    <a:extLst>
                      <a:ext uri="{FF2B5EF4-FFF2-40B4-BE49-F238E27FC236}">
                        <a16:creationId xmlns:a16="http://schemas.microsoft.com/office/drawing/2014/main" id="{2E57AC70-ECDF-BC44-35BD-4411BD151567}"/>
                      </a:ext>
                    </a:extLst>
                  </p:cNvPr>
                  <p:cNvGrpSpPr/>
                  <p:nvPr/>
                </p:nvGrpSpPr>
                <p:grpSpPr>
                  <a:xfrm rot="5400000" flipH="1">
                    <a:off x="8035663" y="3797416"/>
                    <a:ext cx="497454" cy="703412"/>
                    <a:chOff x="3174192" y="3394059"/>
                    <a:chExt cx="694424" cy="1110907"/>
                  </a:xfrm>
                </p:grpSpPr>
                <p:grpSp>
                  <p:nvGrpSpPr>
                    <p:cNvPr id="309" name="Gruppieren 308">
                      <a:extLst>
                        <a:ext uri="{FF2B5EF4-FFF2-40B4-BE49-F238E27FC236}">
                          <a16:creationId xmlns:a16="http://schemas.microsoft.com/office/drawing/2014/main" id="{A1164CAF-3BE7-727C-BF08-80066597AD4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4192" y="3394059"/>
                      <a:ext cx="694424" cy="1110907"/>
                      <a:chOff x="3174191" y="3394059"/>
                      <a:chExt cx="1089209" cy="1110907"/>
                    </a:xfrm>
                  </p:grpSpPr>
                  <p:sp>
                    <p:nvSpPr>
                      <p:cNvPr id="311" name="Rechteck 310">
                        <a:extLst>
                          <a:ext uri="{FF2B5EF4-FFF2-40B4-BE49-F238E27FC236}">
                            <a16:creationId xmlns:a16="http://schemas.microsoft.com/office/drawing/2014/main" id="{19ADCB3E-7314-6063-1F0A-9C9C41FE31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2" name="Rechteck 311">
                        <a:extLst>
                          <a:ext uri="{FF2B5EF4-FFF2-40B4-BE49-F238E27FC236}">
                            <a16:creationId xmlns:a16="http://schemas.microsoft.com/office/drawing/2014/main" id="{B4C4D86D-34AB-D7C0-E900-C65B00E34801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3" name="Rechteck 312">
                        <a:extLst>
                          <a:ext uri="{FF2B5EF4-FFF2-40B4-BE49-F238E27FC236}">
                            <a16:creationId xmlns:a16="http://schemas.microsoft.com/office/drawing/2014/main" id="{96F90575-602A-BF90-2FCA-856FADE4BB4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347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314" name="Rechteck 313">
                        <a:extLst>
                          <a:ext uri="{FF2B5EF4-FFF2-40B4-BE49-F238E27FC236}">
                            <a16:creationId xmlns:a16="http://schemas.microsoft.com/office/drawing/2014/main" id="{9C4FF1C7-0B69-FAAE-CB7F-8357C22F6947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2394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310" name="Oval 99">
                      <a:extLst>
                        <a:ext uri="{FF2B5EF4-FFF2-40B4-BE49-F238E27FC236}">
                          <a16:creationId xmlns:a16="http://schemas.microsoft.com/office/drawing/2014/main" id="{929B1F68-CDFE-3316-4786-F9BBBF5558A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4125" y="4113617"/>
                      <a:ext cx="254558" cy="25120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97" name="Gruppieren 296">
                    <a:extLst>
                      <a:ext uri="{FF2B5EF4-FFF2-40B4-BE49-F238E27FC236}">
                        <a16:creationId xmlns:a16="http://schemas.microsoft.com/office/drawing/2014/main" id="{0F0FDD58-F16A-D946-00F3-E293702F0AC6}"/>
                      </a:ext>
                    </a:extLst>
                  </p:cNvPr>
                  <p:cNvGrpSpPr/>
                  <p:nvPr/>
                </p:nvGrpSpPr>
                <p:grpSpPr>
                  <a:xfrm rot="2877282" flipH="1">
                    <a:off x="8587308" y="3298658"/>
                    <a:ext cx="782813" cy="429827"/>
                    <a:chOff x="4768216" y="3089585"/>
                    <a:chExt cx="1092773" cy="678831"/>
                  </a:xfrm>
                </p:grpSpPr>
                <p:sp>
                  <p:nvSpPr>
                    <p:cNvPr id="307" name="Freihandform 96">
                      <a:extLst>
                        <a:ext uri="{FF2B5EF4-FFF2-40B4-BE49-F238E27FC236}">
                          <a16:creationId xmlns:a16="http://schemas.microsoft.com/office/drawing/2014/main" id="{BD632EC2-8B60-F0E4-52D8-C6A7137035E4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8216" y="3089587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6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308" name="Freihandform 97">
                      <a:extLst>
                        <a:ext uri="{FF2B5EF4-FFF2-40B4-BE49-F238E27FC236}">
                          <a16:creationId xmlns:a16="http://schemas.microsoft.com/office/drawing/2014/main" id="{5BD38FF1-61D8-33F6-6D3E-A8010302B326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59983" y="3089585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B05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298" name="Gerade Verbindung 87">
                    <a:extLst>
                      <a:ext uri="{FF2B5EF4-FFF2-40B4-BE49-F238E27FC236}">
                        <a16:creationId xmlns:a16="http://schemas.microsoft.com/office/drawing/2014/main" id="{119D1493-A332-CAC8-7FC3-E41BD4ED616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572613" y="4146828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99" name="Gerade Verbindung 88">
                    <a:extLst>
                      <a:ext uri="{FF2B5EF4-FFF2-40B4-BE49-F238E27FC236}">
                        <a16:creationId xmlns:a16="http://schemas.microsoft.com/office/drawing/2014/main" id="{DAEEA900-775F-1A4A-0E74-754736CEFD0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00091" y="4146828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0" name="Gerade Verbindung 89">
                    <a:extLst>
                      <a:ext uri="{FF2B5EF4-FFF2-40B4-BE49-F238E27FC236}">
                        <a16:creationId xmlns:a16="http://schemas.microsoft.com/office/drawing/2014/main" id="{6C8D23D6-7C73-2C29-F2B5-42A527AAF90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91324" y="4235267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1" name="Gerade Verbindung 90">
                    <a:extLst>
                      <a:ext uri="{FF2B5EF4-FFF2-40B4-BE49-F238E27FC236}">
                        <a16:creationId xmlns:a16="http://schemas.microsoft.com/office/drawing/2014/main" id="{32B9800F-D127-C438-6FFC-EA036017D36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91324" y="3973148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2" name="Gerade Verbindung 91">
                    <a:extLst>
                      <a:ext uri="{FF2B5EF4-FFF2-40B4-BE49-F238E27FC236}">
                        <a16:creationId xmlns:a16="http://schemas.microsoft.com/office/drawing/2014/main" id="{0D539F89-27B3-7DE2-FEB8-CD6A5686F1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745403" y="4268361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3" name="Gerade Verbindung 92">
                    <a:extLst>
                      <a:ext uri="{FF2B5EF4-FFF2-40B4-BE49-F238E27FC236}">
                        <a16:creationId xmlns:a16="http://schemas.microsoft.com/office/drawing/2014/main" id="{2D7F8156-2694-DF82-D76C-8E813A7A171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8745403" y="3808830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4" name="Gerade Verbindung 93">
                    <a:extLst>
                      <a:ext uri="{FF2B5EF4-FFF2-40B4-BE49-F238E27FC236}">
                        <a16:creationId xmlns:a16="http://schemas.microsoft.com/office/drawing/2014/main" id="{0088ABA4-9B05-3215-0FBB-3D8F2F313A43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834239" y="3557205"/>
                    <a:ext cx="103048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5" name="Gerade Verbindung 94">
                    <a:extLst>
                      <a:ext uri="{FF2B5EF4-FFF2-40B4-BE49-F238E27FC236}">
                        <a16:creationId xmlns:a16="http://schemas.microsoft.com/office/drawing/2014/main" id="{9BBDD59E-EDEA-AAC5-5C20-9B36C1904AB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283921" y="4262405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306" name="Gerade Verbindung 95">
                    <a:extLst>
                      <a:ext uri="{FF2B5EF4-FFF2-40B4-BE49-F238E27FC236}">
                        <a16:creationId xmlns:a16="http://schemas.microsoft.com/office/drawing/2014/main" id="{77846B5F-07EC-5863-76B0-BA0C15B157A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283454" y="4012133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274" name="Gruppieren 273">
                  <a:extLst>
                    <a:ext uri="{FF2B5EF4-FFF2-40B4-BE49-F238E27FC236}">
                      <a16:creationId xmlns:a16="http://schemas.microsoft.com/office/drawing/2014/main" id="{3D803995-9215-2084-C429-F3337434ACB2}"/>
                    </a:ext>
                  </a:extLst>
                </p:cNvPr>
                <p:cNvGrpSpPr/>
                <p:nvPr/>
              </p:nvGrpSpPr>
              <p:grpSpPr>
                <a:xfrm>
                  <a:off x="5452710" y="3309425"/>
                  <a:ext cx="119477" cy="234877"/>
                  <a:chOff x="4895526" y="1350699"/>
                  <a:chExt cx="150422" cy="284556"/>
                </a:xfrm>
              </p:grpSpPr>
              <p:sp>
                <p:nvSpPr>
                  <p:cNvPr id="293" name="Oval 113">
                    <a:extLst>
                      <a:ext uri="{FF2B5EF4-FFF2-40B4-BE49-F238E27FC236}">
                        <a16:creationId xmlns:a16="http://schemas.microsoft.com/office/drawing/2014/main" id="{8D77C880-7BFD-DD92-00D8-0838A6F9AB5F}"/>
                      </a:ext>
                    </a:extLst>
                  </p:cNvPr>
                  <p:cNvSpPr/>
                  <p:nvPr/>
                </p:nvSpPr>
                <p:spPr>
                  <a:xfrm>
                    <a:off x="4895526" y="1505356"/>
                    <a:ext cx="150422" cy="129899"/>
                  </a:xfrm>
                  <a:prstGeom prst="ellipse">
                    <a:avLst/>
                  </a:prstGeom>
                  <a:solidFill>
                    <a:srgbClr val="00B05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94" name="Gerade Verbindung 115">
                    <a:extLst>
                      <a:ext uri="{FF2B5EF4-FFF2-40B4-BE49-F238E27FC236}">
                        <a16:creationId xmlns:a16="http://schemas.microsoft.com/office/drawing/2014/main" id="{95686D9F-A0A6-6888-DDCD-29D32B9C8B35}"/>
                      </a:ext>
                    </a:extLst>
                  </p:cNvPr>
                  <p:cNvCxnSpPr>
                    <a:cxnSpLocks/>
                    <a:endCxn id="293" idx="0"/>
                  </p:cNvCxnSpPr>
                  <p:nvPr/>
                </p:nvCxnSpPr>
                <p:spPr>
                  <a:xfrm>
                    <a:off x="4970737" y="1350699"/>
                    <a:ext cx="0" cy="15465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275" name="Textfeld 274">
                  <a:extLst>
                    <a:ext uri="{FF2B5EF4-FFF2-40B4-BE49-F238E27FC236}">
                      <a16:creationId xmlns:a16="http://schemas.microsoft.com/office/drawing/2014/main" id="{0B8BD374-1446-041B-F5C0-90F3AE3FBC02}"/>
                    </a:ext>
                  </a:extLst>
                </p:cNvPr>
                <p:cNvSpPr txBox="1"/>
                <p:nvPr/>
              </p:nvSpPr>
              <p:spPr>
                <a:xfrm>
                  <a:off x="5198457" y="2929480"/>
                  <a:ext cx="842539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Tumor</a:t>
                  </a:r>
                  <a:r>
                    <a:rPr lang="de-US" sz="75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US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cell</a:t>
                  </a:r>
                </a:p>
              </p:txBody>
            </p:sp>
            <p:sp>
              <p:nvSpPr>
                <p:cNvPr id="276" name="Textfeld 275">
                  <a:extLst>
                    <a:ext uri="{FF2B5EF4-FFF2-40B4-BE49-F238E27FC236}">
                      <a16:creationId xmlns:a16="http://schemas.microsoft.com/office/drawing/2014/main" id="{4570C8CB-4202-6072-D800-A69391510F43}"/>
                    </a:ext>
                  </a:extLst>
                </p:cNvPr>
                <p:cNvSpPr txBox="1"/>
                <p:nvPr/>
              </p:nvSpPr>
              <p:spPr>
                <a:xfrm>
                  <a:off x="4865175" y="4425590"/>
                  <a:ext cx="1509109" cy="4553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US" sz="750">
                      <a:latin typeface="Arial" panose="020B0604020202020204" pitchFamily="34" charset="0"/>
                      <a:cs typeface="Arial" panose="020B0604020202020204" pitchFamily="34" charset="0"/>
                    </a:rPr>
                    <a:t>T cell</a:t>
                  </a:r>
                  <a:endParaRPr lang="de-DE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de-DE" sz="750" dirty="0" err="1">
                      <a:solidFill>
                        <a:srgbClr val="A02B9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conditional</a:t>
                  </a:r>
                  <a:r>
                    <a:rPr lang="de-DE" sz="750" dirty="0">
                      <a:solidFill>
                        <a:srgbClr val="A02B9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750" dirty="0" err="1">
                      <a:solidFill>
                        <a:srgbClr val="A02B93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activation</a:t>
                  </a:r>
                  <a:endParaRPr lang="de-US" sz="750" dirty="0">
                    <a:solidFill>
                      <a:srgbClr val="A02B93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77" name="Gruppieren 276">
                  <a:extLst>
                    <a:ext uri="{FF2B5EF4-FFF2-40B4-BE49-F238E27FC236}">
                      <a16:creationId xmlns:a16="http://schemas.microsoft.com/office/drawing/2014/main" id="{2D289259-C510-1FF0-9DA8-9189C7E09D2D}"/>
                    </a:ext>
                  </a:extLst>
                </p:cNvPr>
                <p:cNvGrpSpPr/>
                <p:nvPr/>
              </p:nvGrpSpPr>
              <p:grpSpPr>
                <a:xfrm rot="3845854">
                  <a:off x="5289482" y="4137198"/>
                  <a:ext cx="527823" cy="358256"/>
                  <a:chOff x="5231874" y="4197845"/>
                  <a:chExt cx="527823" cy="358256"/>
                </a:xfrm>
              </p:grpSpPr>
              <p:grpSp>
                <p:nvGrpSpPr>
                  <p:cNvPr id="289" name="Gruppieren 288">
                    <a:extLst>
                      <a:ext uri="{FF2B5EF4-FFF2-40B4-BE49-F238E27FC236}">
                        <a16:creationId xmlns:a16="http://schemas.microsoft.com/office/drawing/2014/main" id="{416838C9-B4B4-8E93-B691-096BA07EC4F6}"/>
                      </a:ext>
                    </a:extLst>
                  </p:cNvPr>
                  <p:cNvGrpSpPr/>
                  <p:nvPr/>
                </p:nvGrpSpPr>
                <p:grpSpPr>
                  <a:xfrm rot="17894886">
                    <a:off x="5314767" y="4114952"/>
                    <a:ext cx="124161" cy="289947"/>
                    <a:chOff x="7019165" y="3872008"/>
                    <a:chExt cx="124679" cy="321722"/>
                  </a:xfrm>
                </p:grpSpPr>
                <p:sp>
                  <p:nvSpPr>
                    <p:cNvPr id="291" name="Oval 110">
                      <a:extLst>
                        <a:ext uri="{FF2B5EF4-FFF2-40B4-BE49-F238E27FC236}">
                          <a16:creationId xmlns:a16="http://schemas.microsoft.com/office/drawing/2014/main" id="{3F331402-C8FD-98D5-BA7C-3B5DEE1D11BA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7019165" y="3872008"/>
                      <a:ext cx="124679" cy="114483"/>
                    </a:xfrm>
                    <a:prstGeom prst="ellipse">
                      <a:avLst/>
                    </a:prstGeom>
                    <a:solidFill>
                      <a:srgbClr val="C000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292" name="Gerade Verbindung 120">
                      <a:extLst>
                        <a:ext uri="{FF2B5EF4-FFF2-40B4-BE49-F238E27FC236}">
                          <a16:creationId xmlns:a16="http://schemas.microsoft.com/office/drawing/2014/main" id="{EC37322F-383C-61BA-8CAF-FA0F680EB578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flipH="1">
                      <a:off x="7081504" y="3947229"/>
                      <a:ext cx="1" cy="246501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290" name="Halbbogen 289">
                    <a:extLst>
                      <a:ext uri="{FF2B5EF4-FFF2-40B4-BE49-F238E27FC236}">
                        <a16:creationId xmlns:a16="http://schemas.microsoft.com/office/drawing/2014/main" id="{C64BE4B6-CEE6-4BE0-D3EE-F5E91E0F32D9}"/>
                      </a:ext>
                    </a:extLst>
                  </p:cNvPr>
                  <p:cNvSpPr/>
                  <p:nvPr/>
                </p:nvSpPr>
                <p:spPr>
                  <a:xfrm rot="7011863" flipV="1">
                    <a:off x="5465775" y="4262179"/>
                    <a:ext cx="311385" cy="276459"/>
                  </a:xfrm>
                  <a:prstGeom prst="blockArc">
                    <a:avLst>
                      <a:gd name="adj1" fmla="val 10800000"/>
                      <a:gd name="adj2" fmla="val 108277"/>
                      <a:gd name="adj3" fmla="val 49569"/>
                    </a:avLst>
                  </a:pr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sp>
              <p:nvSpPr>
                <p:cNvPr id="278" name="Oval 114">
                  <a:extLst>
                    <a:ext uri="{FF2B5EF4-FFF2-40B4-BE49-F238E27FC236}">
                      <a16:creationId xmlns:a16="http://schemas.microsoft.com/office/drawing/2014/main" id="{20C6ACDC-7957-9A42-025C-7C3213AD3123}"/>
                    </a:ext>
                  </a:extLst>
                </p:cNvPr>
                <p:cNvSpPr/>
                <p:nvPr/>
              </p:nvSpPr>
              <p:spPr>
                <a:xfrm>
                  <a:off x="5670912" y="3442940"/>
                  <a:ext cx="118800" cy="108000"/>
                </a:xfrm>
                <a:prstGeom prst="ellipse">
                  <a:avLst/>
                </a:prstGeom>
                <a:solidFill>
                  <a:srgbClr val="4254B6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279" name="Gerade Verbindung 119">
                  <a:extLst>
                    <a:ext uri="{FF2B5EF4-FFF2-40B4-BE49-F238E27FC236}">
                      <a16:creationId xmlns:a16="http://schemas.microsoft.com/office/drawing/2014/main" id="{965111B7-3F23-6F9F-7818-DF865B7D82D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40147" y="3326519"/>
                  <a:ext cx="0" cy="146301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80" name="Halbbogen 279">
                  <a:extLst>
                    <a:ext uri="{FF2B5EF4-FFF2-40B4-BE49-F238E27FC236}">
                      <a16:creationId xmlns:a16="http://schemas.microsoft.com/office/drawing/2014/main" id="{4F3D5A6B-FE09-3939-F9E7-B548CED46918}"/>
                    </a:ext>
                  </a:extLst>
                </p:cNvPr>
                <p:cNvSpPr/>
                <p:nvPr/>
              </p:nvSpPr>
              <p:spPr>
                <a:xfrm flipV="1">
                  <a:off x="5335161" y="2929149"/>
                  <a:ext cx="569131" cy="412677"/>
                </a:xfrm>
                <a:prstGeom prst="blockArc">
                  <a:avLst>
                    <a:gd name="adj1" fmla="val 10800000"/>
                    <a:gd name="adj2" fmla="val 108277"/>
                    <a:gd name="adj3" fmla="val 49569"/>
                  </a:avLst>
                </a:prstGeom>
                <a:gradFill>
                  <a:gsLst>
                    <a:gs pos="23000">
                      <a:schemeClr val="accent3">
                        <a:lumMod val="75000"/>
                      </a:schemeClr>
                    </a:gs>
                    <a:gs pos="44000">
                      <a:srgbClr val="00B050"/>
                    </a:gs>
                    <a:gs pos="73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20000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281" name="Gruppieren 280">
                  <a:extLst>
                    <a:ext uri="{FF2B5EF4-FFF2-40B4-BE49-F238E27FC236}">
                      <a16:creationId xmlns:a16="http://schemas.microsoft.com/office/drawing/2014/main" id="{7BA861B8-D279-3FA2-7474-C1DBF508E421}"/>
                    </a:ext>
                  </a:extLst>
                </p:cNvPr>
                <p:cNvGrpSpPr/>
                <p:nvPr/>
              </p:nvGrpSpPr>
              <p:grpSpPr>
                <a:xfrm>
                  <a:off x="5230302" y="4220381"/>
                  <a:ext cx="359061" cy="389277"/>
                  <a:chOff x="5230302" y="4220381"/>
                  <a:chExt cx="359061" cy="389277"/>
                </a:xfrm>
              </p:grpSpPr>
              <p:sp>
                <p:nvSpPr>
                  <p:cNvPr id="286" name="Bogen 285">
                    <a:extLst>
                      <a:ext uri="{FF2B5EF4-FFF2-40B4-BE49-F238E27FC236}">
                        <a16:creationId xmlns:a16="http://schemas.microsoft.com/office/drawing/2014/main" id="{6FF174F7-70EA-914C-3258-A769393F7145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351466" y="4310174"/>
                    <a:ext cx="244025" cy="230832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7" name="Bogen 286">
                    <a:extLst>
                      <a:ext uri="{FF2B5EF4-FFF2-40B4-BE49-F238E27FC236}">
                        <a16:creationId xmlns:a16="http://schemas.microsoft.com/office/drawing/2014/main" id="{4AAFD675-42FC-5916-B49E-890DE02AA210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282326" y="4280578"/>
                    <a:ext cx="318324" cy="290022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8" name="Bogen 287">
                    <a:extLst>
                      <a:ext uri="{FF2B5EF4-FFF2-40B4-BE49-F238E27FC236}">
                        <a16:creationId xmlns:a16="http://schemas.microsoft.com/office/drawing/2014/main" id="{57DF13F2-3C65-0A64-7108-6CEF83A30790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215194" y="4235489"/>
                    <a:ext cx="389277" cy="359061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82" name="Gruppieren 281">
                  <a:extLst>
                    <a:ext uri="{FF2B5EF4-FFF2-40B4-BE49-F238E27FC236}">
                      <a16:creationId xmlns:a16="http://schemas.microsoft.com/office/drawing/2014/main" id="{229841A9-F5D5-2D0C-5CEB-96481C3123AE}"/>
                    </a:ext>
                  </a:extLst>
                </p:cNvPr>
                <p:cNvGrpSpPr/>
                <p:nvPr/>
              </p:nvGrpSpPr>
              <p:grpSpPr>
                <a:xfrm flipH="1">
                  <a:off x="5610181" y="4201694"/>
                  <a:ext cx="359061" cy="389277"/>
                  <a:chOff x="5230302" y="4220381"/>
                  <a:chExt cx="359061" cy="389277"/>
                </a:xfrm>
              </p:grpSpPr>
              <p:sp>
                <p:nvSpPr>
                  <p:cNvPr id="283" name="Bogen 282">
                    <a:extLst>
                      <a:ext uri="{FF2B5EF4-FFF2-40B4-BE49-F238E27FC236}">
                        <a16:creationId xmlns:a16="http://schemas.microsoft.com/office/drawing/2014/main" id="{47E75FDF-E112-AB54-F700-571F025349CE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351466" y="4310174"/>
                    <a:ext cx="244025" cy="230832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4" name="Bogen 283">
                    <a:extLst>
                      <a:ext uri="{FF2B5EF4-FFF2-40B4-BE49-F238E27FC236}">
                        <a16:creationId xmlns:a16="http://schemas.microsoft.com/office/drawing/2014/main" id="{2BAF2CCC-E794-DB58-2FE1-A002FDF8302C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282326" y="4280578"/>
                    <a:ext cx="318324" cy="290022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85" name="Bogen 284">
                    <a:extLst>
                      <a:ext uri="{FF2B5EF4-FFF2-40B4-BE49-F238E27FC236}">
                        <a16:creationId xmlns:a16="http://schemas.microsoft.com/office/drawing/2014/main" id="{737DCBA4-BF04-659A-28D3-2F1968EEEA24}"/>
                      </a:ext>
                    </a:extLst>
                  </p:cNvPr>
                  <p:cNvSpPr/>
                  <p:nvPr/>
                </p:nvSpPr>
                <p:spPr>
                  <a:xfrm rot="14655976">
                    <a:off x="5215194" y="4235489"/>
                    <a:ext cx="389277" cy="359061"/>
                  </a:xfrm>
                  <a:prstGeom prst="arc">
                    <a:avLst/>
                  </a:prstGeom>
                </p:spPr>
                <p:style>
                  <a:lnRef idx="1">
                    <a:schemeClr val="accent5"/>
                  </a:lnRef>
                  <a:fillRef idx="0">
                    <a:schemeClr val="accent5"/>
                  </a:fillRef>
                  <a:effectRef idx="0">
                    <a:schemeClr val="accent5"/>
                  </a:effectRef>
                  <a:fontRef idx="minor">
                    <a:schemeClr val="tx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DE" sz="750">
                      <a:ln>
                        <a:solidFill>
                          <a:srgbClr val="FF0000"/>
                        </a:solidFill>
                      </a:ln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</p:grpSp>
          <p:sp>
            <p:nvSpPr>
              <p:cNvPr id="16" name="Textfeld 15">
                <a:extLst>
                  <a:ext uri="{FF2B5EF4-FFF2-40B4-BE49-F238E27FC236}">
                    <a16:creationId xmlns:a16="http://schemas.microsoft.com/office/drawing/2014/main" id="{4C8D12DC-BDDC-B23E-6F0A-F8C84617905E}"/>
                  </a:ext>
                </a:extLst>
              </p:cNvPr>
              <p:cNvSpPr txBox="1"/>
              <p:nvPr/>
            </p:nvSpPr>
            <p:spPr>
              <a:xfrm>
                <a:off x="2007825" y="-752604"/>
                <a:ext cx="2071507" cy="43088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dirty="0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Anti-target </a:t>
                </a:r>
                <a:r>
                  <a:rPr lang="de-DE" sz="750" dirty="0" err="1">
                    <a:solidFill>
                      <a:schemeClr val="accent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module</a:t>
                </a:r>
                <a:endParaRPr lang="de-DE" sz="750" dirty="0">
                  <a:solidFill>
                    <a:schemeClr val="accent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  <a:p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(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full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scFv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,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nanobody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or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US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DARPin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)</a:t>
                </a:r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17" name="Textfeld 16">
                <a:extLst>
                  <a:ext uri="{FF2B5EF4-FFF2-40B4-BE49-F238E27FC236}">
                    <a16:creationId xmlns:a16="http://schemas.microsoft.com/office/drawing/2014/main" id="{D4DDCE32-CF91-6E42-FEB4-8C264C9F6830}"/>
                  </a:ext>
                </a:extLst>
              </p:cNvPr>
              <p:cNvSpPr txBox="1"/>
              <p:nvPr/>
            </p:nvSpPr>
            <p:spPr>
              <a:xfrm>
                <a:off x="4180736" y="-1162621"/>
                <a:ext cx="127000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b Mode of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action</a:t>
                </a:r>
                <a:endParaRPr lang="de-US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18" name="Gruppieren 17">
                <a:extLst>
                  <a:ext uri="{FF2B5EF4-FFF2-40B4-BE49-F238E27FC236}">
                    <a16:creationId xmlns:a16="http://schemas.microsoft.com/office/drawing/2014/main" id="{04E0BBD1-1D73-E41A-EFA4-0349474E0B58}"/>
                  </a:ext>
                </a:extLst>
              </p:cNvPr>
              <p:cNvGrpSpPr/>
              <p:nvPr/>
            </p:nvGrpSpPr>
            <p:grpSpPr>
              <a:xfrm rot="5400000">
                <a:off x="2861514" y="2230295"/>
                <a:ext cx="572175" cy="670246"/>
                <a:chOff x="9926916" y="3133980"/>
                <a:chExt cx="1375659" cy="1779891"/>
              </a:xfrm>
            </p:grpSpPr>
            <p:grpSp>
              <p:nvGrpSpPr>
                <p:cNvPr id="250" name="Gruppieren 249">
                  <a:extLst>
                    <a:ext uri="{FF2B5EF4-FFF2-40B4-BE49-F238E27FC236}">
                      <a16:creationId xmlns:a16="http://schemas.microsoft.com/office/drawing/2014/main" id="{49997B05-FB2B-6C5F-28A6-5BCD99D05A11}"/>
                    </a:ext>
                  </a:extLst>
                </p:cNvPr>
                <p:cNvGrpSpPr/>
                <p:nvPr/>
              </p:nvGrpSpPr>
              <p:grpSpPr>
                <a:xfrm rot="16200000">
                  <a:off x="10702142" y="3809058"/>
                  <a:ext cx="497454" cy="703412"/>
                  <a:chOff x="3174192" y="3394059"/>
                  <a:chExt cx="694424" cy="1110907"/>
                </a:xfrm>
              </p:grpSpPr>
              <p:grpSp>
                <p:nvGrpSpPr>
                  <p:cNvPr id="264" name="Gruppieren 263">
                    <a:extLst>
                      <a:ext uri="{FF2B5EF4-FFF2-40B4-BE49-F238E27FC236}">
                        <a16:creationId xmlns:a16="http://schemas.microsoft.com/office/drawing/2014/main" id="{58757167-B6C9-7907-1DFF-44211284E275}"/>
                      </a:ext>
                    </a:extLst>
                  </p:cNvPr>
                  <p:cNvGrpSpPr/>
                  <p:nvPr/>
                </p:nvGrpSpPr>
                <p:grpSpPr>
                  <a:xfrm>
                    <a:off x="3174192" y="3394059"/>
                    <a:ext cx="694424" cy="1110907"/>
                    <a:chOff x="3174191" y="3394059"/>
                    <a:chExt cx="1089209" cy="1110907"/>
                  </a:xfrm>
                </p:grpSpPr>
                <p:sp>
                  <p:nvSpPr>
                    <p:cNvPr id="266" name="Rechteck 265">
                      <a:extLst>
                        <a:ext uri="{FF2B5EF4-FFF2-40B4-BE49-F238E27FC236}">
                          <a16:creationId xmlns:a16="http://schemas.microsoft.com/office/drawing/2014/main" id="{17F2CF67-4F03-1A8D-7677-56F32FFABC73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191" y="339405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7" name="Rechteck 266">
                      <a:extLst>
                        <a:ext uri="{FF2B5EF4-FFF2-40B4-BE49-F238E27FC236}">
                          <a16:creationId xmlns:a16="http://schemas.microsoft.com/office/drawing/2014/main" id="{E74844EA-63DD-7DA4-E5B8-47C5CF92D271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191" y="397347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8" name="Rechteck 267">
                      <a:extLst>
                        <a:ext uri="{FF2B5EF4-FFF2-40B4-BE49-F238E27FC236}">
                          <a16:creationId xmlns:a16="http://schemas.microsoft.com/office/drawing/2014/main" id="{1A5CD325-11E3-8E44-A5B9-E5F2D1B91AE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2347" y="339405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69" name="Rechteck 268">
                      <a:extLst>
                        <a:ext uri="{FF2B5EF4-FFF2-40B4-BE49-F238E27FC236}">
                          <a16:creationId xmlns:a16="http://schemas.microsoft.com/office/drawing/2014/main" id="{A68B9215-E154-62B6-B82E-AE14D75063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2394" y="397347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265" name="Oval 78">
                    <a:extLst>
                      <a:ext uri="{FF2B5EF4-FFF2-40B4-BE49-F238E27FC236}">
                        <a16:creationId xmlns:a16="http://schemas.microsoft.com/office/drawing/2014/main" id="{EB5D3BD1-CF79-7069-EBC9-8E1FC0502B1E}"/>
                      </a:ext>
                    </a:extLst>
                  </p:cNvPr>
                  <p:cNvSpPr/>
                  <p:nvPr/>
                </p:nvSpPr>
                <p:spPr>
                  <a:xfrm>
                    <a:off x="3394125" y="4113617"/>
                    <a:ext cx="254558" cy="25120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251" name="Gruppieren 250">
                  <a:extLst>
                    <a:ext uri="{FF2B5EF4-FFF2-40B4-BE49-F238E27FC236}">
                      <a16:creationId xmlns:a16="http://schemas.microsoft.com/office/drawing/2014/main" id="{DB1D426D-411B-A2DC-8494-7F1B0DD2FC31}"/>
                    </a:ext>
                  </a:extLst>
                </p:cNvPr>
                <p:cNvGrpSpPr/>
                <p:nvPr/>
              </p:nvGrpSpPr>
              <p:grpSpPr>
                <a:xfrm rot="18722718">
                  <a:off x="9868392" y="3307667"/>
                  <a:ext cx="778384" cy="431010"/>
                  <a:chOff x="4774398" y="3087714"/>
                  <a:chExt cx="1086591" cy="680700"/>
                </a:xfrm>
              </p:grpSpPr>
              <p:sp>
                <p:nvSpPr>
                  <p:cNvPr id="262" name="Freihandform 75">
                    <a:extLst>
                      <a:ext uri="{FF2B5EF4-FFF2-40B4-BE49-F238E27FC236}">
                        <a16:creationId xmlns:a16="http://schemas.microsoft.com/office/drawing/2014/main" id="{60B3842B-19F3-31AE-59C9-2E4342FC1FD4}"/>
                      </a:ext>
                    </a:extLst>
                  </p:cNvPr>
                  <p:cNvSpPr/>
                  <p:nvPr/>
                </p:nvSpPr>
                <p:spPr>
                  <a:xfrm>
                    <a:off x="4774398" y="3087714"/>
                    <a:ext cx="501007" cy="678828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263" name="Freihandform 76">
                    <a:extLst>
                      <a:ext uri="{FF2B5EF4-FFF2-40B4-BE49-F238E27FC236}">
                        <a16:creationId xmlns:a16="http://schemas.microsoft.com/office/drawing/2014/main" id="{F601193F-A0B7-C642-942A-509A81A5E87C}"/>
                      </a:ext>
                    </a:extLst>
                  </p:cNvPr>
                  <p:cNvSpPr/>
                  <p:nvPr/>
                </p:nvSpPr>
                <p:spPr>
                  <a:xfrm flipH="1">
                    <a:off x="5359983" y="3089585"/>
                    <a:ext cx="501006" cy="678829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1982AF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252" name="Gerade Verbindung 66">
                  <a:extLst>
                    <a:ext uri="{FF2B5EF4-FFF2-40B4-BE49-F238E27FC236}">
                      <a16:creationId xmlns:a16="http://schemas.microsoft.com/office/drawing/2014/main" id="{5DEC90FB-E8EC-5DD0-BDC7-DAADA1798946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398596" y="4158470"/>
                  <a:ext cx="264050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3" name="Gerade Verbindung 67">
                  <a:extLst>
                    <a:ext uri="{FF2B5EF4-FFF2-40B4-BE49-F238E27FC236}">
                      <a16:creationId xmlns:a16="http://schemas.microsoft.com/office/drawing/2014/main" id="{EC801AAD-7C22-F4E4-3BF5-A4FDA19023A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371118" y="4158470"/>
                  <a:ext cx="264050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4" name="Gerade Verbindung 68">
                  <a:extLst>
                    <a:ext uri="{FF2B5EF4-FFF2-40B4-BE49-F238E27FC236}">
                      <a16:creationId xmlns:a16="http://schemas.microsoft.com/office/drawing/2014/main" id="{3801CF70-CB4E-A695-723E-EDC8FF41CE0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543935" y="4246909"/>
                  <a:ext cx="0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5" name="Gerade Verbindung 69">
                  <a:extLst>
                    <a:ext uri="{FF2B5EF4-FFF2-40B4-BE49-F238E27FC236}">
                      <a16:creationId xmlns:a16="http://schemas.microsoft.com/office/drawing/2014/main" id="{623B96F6-09B6-F644-5D79-34DB75BDFD4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543935" y="3984790"/>
                  <a:ext cx="0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6" name="Gerade Verbindung 70">
                  <a:extLst>
                    <a:ext uri="{FF2B5EF4-FFF2-40B4-BE49-F238E27FC236}">
                      <a16:creationId xmlns:a16="http://schemas.microsoft.com/office/drawing/2014/main" id="{0765A866-003F-273D-0152-FA38E3CEFCD0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296306" y="4280003"/>
                  <a:ext cx="193550" cy="21453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7" name="Gerade Verbindung 71">
                  <a:extLst>
                    <a:ext uri="{FF2B5EF4-FFF2-40B4-BE49-F238E27FC236}">
                      <a16:creationId xmlns:a16="http://schemas.microsoft.com/office/drawing/2014/main" id="{09FA50F2-5055-A3FA-4A00-3DA33563567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 flipH="1">
                  <a:off x="10296306" y="3820472"/>
                  <a:ext cx="193550" cy="21453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8" name="Gerade Verbindung 72">
                  <a:extLst>
                    <a:ext uri="{FF2B5EF4-FFF2-40B4-BE49-F238E27FC236}">
                      <a16:creationId xmlns:a16="http://schemas.microsoft.com/office/drawing/2014/main" id="{AA0C1BB5-34E9-E374-D9F2-E486DB8D994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297972" y="3568847"/>
                  <a:ext cx="103048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59" name="Gerade Verbindung 73">
                  <a:extLst>
                    <a:ext uri="{FF2B5EF4-FFF2-40B4-BE49-F238E27FC236}">
                      <a16:creationId xmlns:a16="http://schemas.microsoft.com/office/drawing/2014/main" id="{C06EF2FF-CE73-94D6-4890-4B96B92C6023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951338" y="4274047"/>
                  <a:ext cx="0" cy="2874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260" name="Gerade Verbindung 74">
                  <a:extLst>
                    <a:ext uri="{FF2B5EF4-FFF2-40B4-BE49-F238E27FC236}">
                      <a16:creationId xmlns:a16="http://schemas.microsoft.com/office/drawing/2014/main" id="{4FC57C90-7C23-2A41-5013-9C394334D6E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16200000">
                  <a:off x="10951805" y="4023775"/>
                  <a:ext cx="0" cy="2874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261" name="Freihandform 86">
                  <a:extLst>
                    <a:ext uri="{FF2B5EF4-FFF2-40B4-BE49-F238E27FC236}">
                      <a16:creationId xmlns:a16="http://schemas.microsoft.com/office/drawing/2014/main" id="{F81F9276-FC33-3A37-E2D7-429FB98B3EE2}"/>
                    </a:ext>
                  </a:extLst>
                </p:cNvPr>
                <p:cNvSpPr/>
                <p:nvPr/>
              </p:nvSpPr>
              <p:spPr>
                <a:xfrm rot="10800000">
                  <a:off x="9926916" y="4484045"/>
                  <a:ext cx="358898" cy="429826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FF000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noFill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19" name="Gruppieren 18">
                <a:extLst>
                  <a:ext uri="{FF2B5EF4-FFF2-40B4-BE49-F238E27FC236}">
                    <a16:creationId xmlns:a16="http://schemas.microsoft.com/office/drawing/2014/main" id="{DB2A48B5-1CCA-880B-1868-0ED3AD072662}"/>
                  </a:ext>
                </a:extLst>
              </p:cNvPr>
              <p:cNvGrpSpPr/>
              <p:nvPr/>
            </p:nvGrpSpPr>
            <p:grpSpPr>
              <a:xfrm rot="2522718">
                <a:off x="1417822" y="2311992"/>
                <a:ext cx="293113" cy="179269"/>
                <a:chOff x="4774398" y="3087714"/>
                <a:chExt cx="1086591" cy="680700"/>
              </a:xfrm>
            </p:grpSpPr>
            <p:sp>
              <p:nvSpPr>
                <p:cNvPr id="248" name="Freihandform 75">
                  <a:extLst>
                    <a:ext uri="{FF2B5EF4-FFF2-40B4-BE49-F238E27FC236}">
                      <a16:creationId xmlns:a16="http://schemas.microsoft.com/office/drawing/2014/main" id="{38E08BDD-233A-B70C-D378-5FE7C65BDEB5}"/>
                    </a:ext>
                  </a:extLst>
                </p:cNvPr>
                <p:cNvSpPr/>
                <p:nvPr/>
              </p:nvSpPr>
              <p:spPr>
                <a:xfrm>
                  <a:off x="4774398" y="3087714"/>
                  <a:ext cx="501007" cy="678828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49" name="Freihandform 76">
                  <a:extLst>
                    <a:ext uri="{FF2B5EF4-FFF2-40B4-BE49-F238E27FC236}">
                      <a16:creationId xmlns:a16="http://schemas.microsoft.com/office/drawing/2014/main" id="{2BCC0549-CA85-7DA9-F24A-95D6D1B84D03}"/>
                    </a:ext>
                  </a:extLst>
                </p:cNvPr>
                <p:cNvSpPr/>
                <p:nvPr/>
              </p:nvSpPr>
              <p:spPr>
                <a:xfrm flipH="1">
                  <a:off x="5359983" y="3089585"/>
                  <a:ext cx="501006" cy="678829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982A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0" name="Gerade Verbindung 71">
                <a:extLst>
                  <a:ext uri="{FF2B5EF4-FFF2-40B4-BE49-F238E27FC236}">
                    <a16:creationId xmlns:a16="http://schemas.microsoft.com/office/drawing/2014/main" id="{59394A7C-CD13-2A6D-CD3F-0AE7B19F8B0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1375590" y="2413368"/>
                <a:ext cx="72884" cy="8923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Gerade Verbindung 72">
                <a:extLst>
                  <a:ext uri="{FF2B5EF4-FFF2-40B4-BE49-F238E27FC236}">
                    <a16:creationId xmlns:a16="http://schemas.microsoft.com/office/drawing/2014/main" id="{313D190D-6DC0-11AA-FD6F-D27F3B512F2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511363" y="2421727"/>
                <a:ext cx="38804" cy="3625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2" name="Freihandform 86">
                <a:extLst>
                  <a:ext uri="{FF2B5EF4-FFF2-40B4-BE49-F238E27FC236}">
                    <a16:creationId xmlns:a16="http://schemas.microsoft.com/office/drawing/2014/main" id="{194FD686-33C1-B34E-497F-AD3F19A39A57}"/>
                  </a:ext>
                </a:extLst>
              </p:cNvPr>
              <p:cNvSpPr/>
              <p:nvPr/>
            </p:nvSpPr>
            <p:spPr>
              <a:xfrm rot="13169973">
                <a:off x="1238063" y="2486976"/>
                <a:ext cx="149276" cy="161858"/>
              </a:xfrm>
              <a:custGeom>
                <a:avLst/>
                <a:gdLst>
                  <a:gd name="csX0" fmla="*/ 0 w 3145134"/>
                  <a:gd name="csY0" fmla="*/ 0 h 3125038"/>
                  <a:gd name="csX1" fmla="*/ 10049 w 3145134"/>
                  <a:gd name="csY1" fmla="*/ 3125038 h 3125038"/>
                  <a:gd name="csX2" fmla="*/ 3145134 w 3145134"/>
                  <a:gd name="csY2" fmla="*/ 3114989 h 3125038"/>
                  <a:gd name="csX3" fmla="*/ 3145134 w 3145134"/>
                  <a:gd name="csY3" fmla="*/ 2270928 h 3125038"/>
                  <a:gd name="csX4" fmla="*/ 0 w 3145134"/>
                  <a:gd name="csY4" fmla="*/ 0 h 3125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45134" h="3125038">
                    <a:moveTo>
                      <a:pt x="0" y="0"/>
                    </a:moveTo>
                    <a:cubicBezTo>
                      <a:pt x="3350" y="1041679"/>
                      <a:pt x="6699" y="2083359"/>
                      <a:pt x="10049" y="3125038"/>
                    </a:cubicBezTo>
                    <a:lnTo>
                      <a:pt x="3145134" y="3114989"/>
                    </a:lnTo>
                    <a:lnTo>
                      <a:pt x="3145134" y="22709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0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noFill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23" name="Textfeld 22">
                <a:extLst>
                  <a:ext uri="{FF2B5EF4-FFF2-40B4-BE49-F238E27FC236}">
                    <a16:creationId xmlns:a16="http://schemas.microsoft.com/office/drawing/2014/main" id="{38074A24-B18B-1CCC-CB86-E1952F6932DF}"/>
                  </a:ext>
                </a:extLst>
              </p:cNvPr>
              <p:cNvSpPr txBox="1"/>
              <p:nvPr/>
            </p:nvSpPr>
            <p:spPr>
              <a:xfrm rot="16200000">
                <a:off x="-46199" y="2690473"/>
                <a:ext cx="1019937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arbitrary</a:t>
                </a:r>
                <a:r>
                  <a:rPr lang="de-DE" sz="750" dirty="0">
                    <a:latin typeface="Arial" panose="020B0604020202020204" pitchFamily="34" charset="0"/>
                    <a:cs typeface="Arial" panose="020B0604020202020204" pitchFamily="34" charset="0"/>
                  </a:rPr>
                  <a:t> </a:t>
                </a:r>
                <a:r>
                  <a:rPr lang="de-DE" sz="750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units</a:t>
                </a:r>
                <a:endParaRPr lang="de-DE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4" name="Gruppieren 23">
                <a:extLst>
                  <a:ext uri="{FF2B5EF4-FFF2-40B4-BE49-F238E27FC236}">
                    <a16:creationId xmlns:a16="http://schemas.microsoft.com/office/drawing/2014/main" id="{A289B86B-CDB4-44A0-3023-8774E0E0AF2A}"/>
                  </a:ext>
                </a:extLst>
              </p:cNvPr>
              <p:cNvGrpSpPr/>
              <p:nvPr/>
            </p:nvGrpSpPr>
            <p:grpSpPr>
              <a:xfrm>
                <a:off x="3702128" y="-380203"/>
                <a:ext cx="2434857" cy="2031635"/>
                <a:chOff x="3825105" y="1277244"/>
                <a:chExt cx="2434857" cy="2031635"/>
              </a:xfrm>
            </p:grpSpPr>
            <p:sp>
              <p:nvSpPr>
                <p:cNvPr id="191" name="Halbbogen 190">
                  <a:extLst>
                    <a:ext uri="{FF2B5EF4-FFF2-40B4-BE49-F238E27FC236}">
                      <a16:creationId xmlns:a16="http://schemas.microsoft.com/office/drawing/2014/main" id="{49E62182-D4F1-2349-5C0B-CFEC19DA4655}"/>
                    </a:ext>
                  </a:extLst>
                </p:cNvPr>
                <p:cNvSpPr/>
                <p:nvPr/>
              </p:nvSpPr>
              <p:spPr>
                <a:xfrm flipV="1">
                  <a:off x="5222389" y="1277244"/>
                  <a:ext cx="569131" cy="412677"/>
                </a:xfrm>
                <a:prstGeom prst="blockArc">
                  <a:avLst>
                    <a:gd name="adj1" fmla="val 10800000"/>
                    <a:gd name="adj2" fmla="val 108277"/>
                    <a:gd name="adj3" fmla="val 49569"/>
                  </a:avLst>
                </a:prstGeom>
                <a:gradFill>
                  <a:gsLst>
                    <a:gs pos="91000">
                      <a:srgbClr val="00B050"/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45000"/>
                        <a:lumOff val="55000"/>
                      </a:schemeClr>
                    </a:gs>
                    <a:gs pos="100000">
                      <a:schemeClr val="accent1">
                        <a:lumMod val="30000"/>
                        <a:lumOff val="70000"/>
                      </a:schemeClr>
                    </a:gs>
                  </a:gsLst>
                  <a:lin ang="1200000" scaled="0"/>
                </a:gra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2" name="Textfeld 191">
                  <a:extLst>
                    <a:ext uri="{FF2B5EF4-FFF2-40B4-BE49-F238E27FC236}">
                      <a16:creationId xmlns:a16="http://schemas.microsoft.com/office/drawing/2014/main" id="{E7F96258-C5E2-12F3-4322-49B2BF679D3B}"/>
                    </a:ext>
                  </a:extLst>
                </p:cNvPr>
                <p:cNvSpPr txBox="1"/>
                <p:nvPr/>
              </p:nvSpPr>
              <p:spPr>
                <a:xfrm>
                  <a:off x="3825105" y="1730163"/>
                  <a:ext cx="1398246" cy="43088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Antigen 1</a:t>
                  </a:r>
                </a:p>
                <a:p>
                  <a:pPr algn="r"/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(e.g. Her2 </a:t>
                  </a:r>
                  <a:r>
                    <a:rPr lang="de-DE" sz="750" dirty="0" err="1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or</a:t>
                  </a:r>
                  <a:r>
                    <a:rPr lang="de-DE" sz="750" dirty="0">
                      <a:solidFill>
                        <a:srgbClr val="00B05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 ROR1)</a:t>
                  </a:r>
                  <a:endParaRPr lang="de-US" sz="75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193" name="Gruppieren 192">
                  <a:extLst>
                    <a:ext uri="{FF2B5EF4-FFF2-40B4-BE49-F238E27FC236}">
                      <a16:creationId xmlns:a16="http://schemas.microsoft.com/office/drawing/2014/main" id="{F26FFB70-4FE3-50A4-39DF-AB4223CA9E54}"/>
                    </a:ext>
                  </a:extLst>
                </p:cNvPr>
                <p:cNvGrpSpPr/>
                <p:nvPr/>
              </p:nvGrpSpPr>
              <p:grpSpPr>
                <a:xfrm rot="7860700">
                  <a:off x="5727727" y="1959793"/>
                  <a:ext cx="490329" cy="574141"/>
                  <a:chOff x="9926916" y="3133980"/>
                  <a:chExt cx="1375659" cy="1779891"/>
                </a:xfrm>
              </p:grpSpPr>
              <p:grpSp>
                <p:nvGrpSpPr>
                  <p:cNvPr id="228" name="Gruppieren 227">
                    <a:extLst>
                      <a:ext uri="{FF2B5EF4-FFF2-40B4-BE49-F238E27FC236}">
                        <a16:creationId xmlns:a16="http://schemas.microsoft.com/office/drawing/2014/main" id="{2DC07D0F-0CB0-CDE8-B926-1D7ABE10D44A}"/>
                      </a:ext>
                    </a:extLst>
                  </p:cNvPr>
                  <p:cNvGrpSpPr/>
                  <p:nvPr/>
                </p:nvGrpSpPr>
                <p:grpSpPr>
                  <a:xfrm rot="16200000">
                    <a:off x="10702142" y="3809058"/>
                    <a:ext cx="497454" cy="703412"/>
                    <a:chOff x="3174192" y="3394059"/>
                    <a:chExt cx="694424" cy="1110907"/>
                  </a:xfrm>
                </p:grpSpPr>
                <p:grpSp>
                  <p:nvGrpSpPr>
                    <p:cNvPr id="242" name="Gruppieren 241">
                      <a:extLst>
                        <a:ext uri="{FF2B5EF4-FFF2-40B4-BE49-F238E27FC236}">
                          <a16:creationId xmlns:a16="http://schemas.microsoft.com/office/drawing/2014/main" id="{39714FA8-A9CD-69FE-BAA6-894D17C0A039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4192" y="3394059"/>
                      <a:ext cx="694424" cy="1110907"/>
                      <a:chOff x="3174191" y="3394059"/>
                      <a:chExt cx="1089209" cy="1110907"/>
                    </a:xfrm>
                  </p:grpSpPr>
                  <p:sp>
                    <p:nvSpPr>
                      <p:cNvPr id="244" name="Rechteck 243">
                        <a:extLst>
                          <a:ext uri="{FF2B5EF4-FFF2-40B4-BE49-F238E27FC236}">
                            <a16:creationId xmlns:a16="http://schemas.microsoft.com/office/drawing/2014/main" id="{4E16D2F2-6907-DEE1-0CE8-44157D7343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5" name="Rechteck 244">
                        <a:extLst>
                          <a:ext uri="{FF2B5EF4-FFF2-40B4-BE49-F238E27FC236}">
                            <a16:creationId xmlns:a16="http://schemas.microsoft.com/office/drawing/2014/main" id="{131EB794-5C3A-787B-F55B-D20D9B6EA0C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6" name="Rechteck 245">
                        <a:extLst>
                          <a:ext uri="{FF2B5EF4-FFF2-40B4-BE49-F238E27FC236}">
                            <a16:creationId xmlns:a16="http://schemas.microsoft.com/office/drawing/2014/main" id="{9779B8D1-5657-A41B-0623-9D7B2AE1E00E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347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47" name="Rechteck 246">
                        <a:extLst>
                          <a:ext uri="{FF2B5EF4-FFF2-40B4-BE49-F238E27FC236}">
                            <a16:creationId xmlns:a16="http://schemas.microsoft.com/office/drawing/2014/main" id="{479C216E-426E-10CD-F0E0-A3EF12DCCDD0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2394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43" name="Oval 78">
                      <a:extLst>
                        <a:ext uri="{FF2B5EF4-FFF2-40B4-BE49-F238E27FC236}">
                          <a16:creationId xmlns:a16="http://schemas.microsoft.com/office/drawing/2014/main" id="{4940A4B2-BE38-A423-0FCF-52240995D745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4125" y="4113617"/>
                      <a:ext cx="254558" cy="25120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29" name="Gruppieren 228">
                    <a:extLst>
                      <a:ext uri="{FF2B5EF4-FFF2-40B4-BE49-F238E27FC236}">
                        <a16:creationId xmlns:a16="http://schemas.microsoft.com/office/drawing/2014/main" id="{7DBB967F-D243-40F2-2853-2A4158356ADB}"/>
                      </a:ext>
                    </a:extLst>
                  </p:cNvPr>
                  <p:cNvGrpSpPr/>
                  <p:nvPr/>
                </p:nvGrpSpPr>
                <p:grpSpPr>
                  <a:xfrm rot="18722718">
                    <a:off x="9868392" y="3307667"/>
                    <a:ext cx="778384" cy="431010"/>
                    <a:chOff x="4774398" y="3087714"/>
                    <a:chExt cx="1086591" cy="680700"/>
                  </a:xfrm>
                </p:grpSpPr>
                <p:sp>
                  <p:nvSpPr>
                    <p:cNvPr id="240" name="Freihandform 75">
                      <a:extLst>
                        <a:ext uri="{FF2B5EF4-FFF2-40B4-BE49-F238E27FC236}">
                          <a16:creationId xmlns:a16="http://schemas.microsoft.com/office/drawing/2014/main" id="{07C9104B-EDA3-FD48-48BE-DD87118723C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74398" y="3087714"/>
                      <a:ext cx="501007" cy="678828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41" name="Freihandform 76">
                      <a:extLst>
                        <a:ext uri="{FF2B5EF4-FFF2-40B4-BE49-F238E27FC236}">
                          <a16:creationId xmlns:a16="http://schemas.microsoft.com/office/drawing/2014/main" id="{2CB55503-751F-CE10-9277-89E2EC6DCBC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59983" y="3089585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1982AF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230" name="Gerade Verbindung 66">
                    <a:extLst>
                      <a:ext uri="{FF2B5EF4-FFF2-40B4-BE49-F238E27FC236}">
                        <a16:creationId xmlns:a16="http://schemas.microsoft.com/office/drawing/2014/main" id="{D2141F6D-AF08-59C0-6B06-A906370DFEC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98596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1" name="Gerade Verbindung 67">
                    <a:extLst>
                      <a:ext uri="{FF2B5EF4-FFF2-40B4-BE49-F238E27FC236}">
                        <a16:creationId xmlns:a16="http://schemas.microsoft.com/office/drawing/2014/main" id="{8EBCE306-8560-F48B-6666-10BCE1A838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371118" y="4158470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2" name="Gerade Verbindung 68">
                    <a:extLst>
                      <a:ext uri="{FF2B5EF4-FFF2-40B4-BE49-F238E27FC236}">
                        <a16:creationId xmlns:a16="http://schemas.microsoft.com/office/drawing/2014/main" id="{FF1B341F-3FB2-DBDF-184B-EDFB920401C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4246909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3" name="Gerade Verbindung 69">
                    <a:extLst>
                      <a:ext uri="{FF2B5EF4-FFF2-40B4-BE49-F238E27FC236}">
                        <a16:creationId xmlns:a16="http://schemas.microsoft.com/office/drawing/2014/main" id="{F969D458-A132-C8FA-B138-CE302BFE715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543935" y="3984790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4" name="Gerade Verbindung 70">
                    <a:extLst>
                      <a:ext uri="{FF2B5EF4-FFF2-40B4-BE49-F238E27FC236}">
                        <a16:creationId xmlns:a16="http://schemas.microsoft.com/office/drawing/2014/main" id="{CB91EFC4-20EE-726B-8C15-13F074A9EE9B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6306" y="4280003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5" name="Gerade Verbindung 71">
                    <a:extLst>
                      <a:ext uri="{FF2B5EF4-FFF2-40B4-BE49-F238E27FC236}">
                        <a16:creationId xmlns:a16="http://schemas.microsoft.com/office/drawing/2014/main" id="{D9C5C3A9-2999-6F6E-F301-44DA7F42DFB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 flipH="1">
                    <a:off x="10296306" y="3820472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6" name="Gerade Verbindung 72">
                    <a:extLst>
                      <a:ext uri="{FF2B5EF4-FFF2-40B4-BE49-F238E27FC236}">
                        <a16:creationId xmlns:a16="http://schemas.microsoft.com/office/drawing/2014/main" id="{433B1873-3C34-6174-E38C-35199BA73CB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297972" y="3568847"/>
                    <a:ext cx="103048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7" name="Gerade Verbindung 73">
                    <a:extLst>
                      <a:ext uri="{FF2B5EF4-FFF2-40B4-BE49-F238E27FC236}">
                        <a16:creationId xmlns:a16="http://schemas.microsoft.com/office/drawing/2014/main" id="{AF0BEFAC-E39D-8715-273D-03AA0C563A6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338" y="4274047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38" name="Gerade Verbindung 74">
                    <a:extLst>
                      <a:ext uri="{FF2B5EF4-FFF2-40B4-BE49-F238E27FC236}">
                        <a16:creationId xmlns:a16="http://schemas.microsoft.com/office/drawing/2014/main" id="{AC8B4945-8366-0441-9406-79142CB6A64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16200000">
                    <a:off x="10951805" y="4023775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239" name="Freihandform 86">
                    <a:extLst>
                      <a:ext uri="{FF2B5EF4-FFF2-40B4-BE49-F238E27FC236}">
                        <a16:creationId xmlns:a16="http://schemas.microsoft.com/office/drawing/2014/main" id="{97C968E5-24F0-06D9-D72E-A3D95A57A3F0}"/>
                      </a:ext>
                    </a:extLst>
                  </p:cNvPr>
                  <p:cNvSpPr/>
                  <p:nvPr/>
                </p:nvSpPr>
                <p:spPr>
                  <a:xfrm rot="10800000">
                    <a:off x="9926916" y="4484045"/>
                    <a:ext cx="358898" cy="429826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FF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noFill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194" name="Gruppieren 193">
                  <a:extLst>
                    <a:ext uri="{FF2B5EF4-FFF2-40B4-BE49-F238E27FC236}">
                      <a16:creationId xmlns:a16="http://schemas.microsoft.com/office/drawing/2014/main" id="{C28F6E74-516D-2C2D-D5A7-9B0AB9105118}"/>
                    </a:ext>
                  </a:extLst>
                </p:cNvPr>
                <p:cNvGrpSpPr/>
                <p:nvPr/>
              </p:nvGrpSpPr>
              <p:grpSpPr>
                <a:xfrm>
                  <a:off x="4965029" y="1867218"/>
                  <a:ext cx="478597" cy="599238"/>
                  <a:chOff x="7932684" y="3122165"/>
                  <a:chExt cx="1395378" cy="1787623"/>
                </a:xfrm>
              </p:grpSpPr>
              <p:sp>
                <p:nvSpPr>
                  <p:cNvPr id="208" name="Freihandform 65">
                    <a:extLst>
                      <a:ext uri="{FF2B5EF4-FFF2-40B4-BE49-F238E27FC236}">
                        <a16:creationId xmlns:a16="http://schemas.microsoft.com/office/drawing/2014/main" id="{675ECF72-3A48-D610-D8E7-500A345A35EE}"/>
                      </a:ext>
                    </a:extLst>
                  </p:cNvPr>
                  <p:cNvSpPr/>
                  <p:nvPr/>
                </p:nvSpPr>
                <p:spPr>
                  <a:xfrm rot="10643584" flipH="1">
                    <a:off x="8969164" y="4479962"/>
                    <a:ext cx="358898" cy="429826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C0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noFill/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209" name="Gruppieren 208">
                    <a:extLst>
                      <a:ext uri="{FF2B5EF4-FFF2-40B4-BE49-F238E27FC236}">
                        <a16:creationId xmlns:a16="http://schemas.microsoft.com/office/drawing/2014/main" id="{CFEAE752-1FE5-F8E3-AD88-8AAB5ACA990D}"/>
                      </a:ext>
                    </a:extLst>
                  </p:cNvPr>
                  <p:cNvGrpSpPr/>
                  <p:nvPr/>
                </p:nvGrpSpPr>
                <p:grpSpPr>
                  <a:xfrm rot="5400000" flipH="1">
                    <a:off x="8035663" y="3797416"/>
                    <a:ext cx="497454" cy="703412"/>
                    <a:chOff x="3174192" y="3394059"/>
                    <a:chExt cx="694424" cy="1110907"/>
                  </a:xfrm>
                </p:grpSpPr>
                <p:grpSp>
                  <p:nvGrpSpPr>
                    <p:cNvPr id="222" name="Gruppieren 221">
                      <a:extLst>
                        <a:ext uri="{FF2B5EF4-FFF2-40B4-BE49-F238E27FC236}">
                          <a16:creationId xmlns:a16="http://schemas.microsoft.com/office/drawing/2014/main" id="{094EA2C8-E215-988A-2841-FEA8AEDC94F4}"/>
                        </a:ext>
                      </a:extLst>
                    </p:cNvPr>
                    <p:cNvGrpSpPr/>
                    <p:nvPr/>
                  </p:nvGrpSpPr>
                  <p:grpSpPr>
                    <a:xfrm>
                      <a:off x="3174192" y="3394059"/>
                      <a:ext cx="694424" cy="1110907"/>
                      <a:chOff x="3174191" y="3394059"/>
                      <a:chExt cx="1089209" cy="1110907"/>
                    </a:xfrm>
                  </p:grpSpPr>
                  <p:sp>
                    <p:nvSpPr>
                      <p:cNvPr id="224" name="Rechteck 223">
                        <a:extLst>
                          <a:ext uri="{FF2B5EF4-FFF2-40B4-BE49-F238E27FC236}">
                            <a16:creationId xmlns:a16="http://schemas.microsoft.com/office/drawing/2014/main" id="{5F080982-58D8-D00B-89C4-1C2520E8AC2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5" name="Rechteck 224">
                        <a:extLst>
                          <a:ext uri="{FF2B5EF4-FFF2-40B4-BE49-F238E27FC236}">
                            <a16:creationId xmlns:a16="http://schemas.microsoft.com/office/drawing/2014/main" id="{65B5A60E-7313-A85F-5955-2BB04A9833C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174191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6" name="Rechteck 225">
                        <a:extLst>
                          <a:ext uri="{FF2B5EF4-FFF2-40B4-BE49-F238E27FC236}">
                            <a16:creationId xmlns:a16="http://schemas.microsoft.com/office/drawing/2014/main" id="{83FC6C51-F2FC-8226-ACEA-0AF13CA4253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52347" y="339405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227" name="Rechteck 226">
                        <a:extLst>
                          <a:ext uri="{FF2B5EF4-FFF2-40B4-BE49-F238E27FC236}">
                            <a16:creationId xmlns:a16="http://schemas.microsoft.com/office/drawing/2014/main" id="{1A8FAA85-15FB-557C-4F75-F93A728DDEA9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762394" y="3973479"/>
                        <a:ext cx="501006" cy="531487"/>
                      </a:xfrm>
                      <a:prstGeom prst="rect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sp>
                  <p:nvSpPr>
                    <p:cNvPr id="223" name="Oval 99">
                      <a:extLst>
                        <a:ext uri="{FF2B5EF4-FFF2-40B4-BE49-F238E27FC236}">
                          <a16:creationId xmlns:a16="http://schemas.microsoft.com/office/drawing/2014/main" id="{C6D62B94-14E4-A7A3-30BC-E6DE1F74C71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394125" y="4113617"/>
                      <a:ext cx="254558" cy="251209"/>
                    </a:xfrm>
                    <a:prstGeom prst="ellipse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210" name="Gruppieren 209">
                    <a:extLst>
                      <a:ext uri="{FF2B5EF4-FFF2-40B4-BE49-F238E27FC236}">
                        <a16:creationId xmlns:a16="http://schemas.microsoft.com/office/drawing/2014/main" id="{A134FAA5-C1C8-C12E-EBB4-0076B0618E3B}"/>
                      </a:ext>
                    </a:extLst>
                  </p:cNvPr>
                  <p:cNvGrpSpPr/>
                  <p:nvPr/>
                </p:nvGrpSpPr>
                <p:grpSpPr>
                  <a:xfrm rot="2877282" flipH="1">
                    <a:off x="8587308" y="3298658"/>
                    <a:ext cx="782813" cy="429827"/>
                    <a:chOff x="4768216" y="3089585"/>
                    <a:chExt cx="1092773" cy="678831"/>
                  </a:xfrm>
                </p:grpSpPr>
                <p:sp>
                  <p:nvSpPr>
                    <p:cNvPr id="220" name="Freihandform 96">
                      <a:extLst>
                        <a:ext uri="{FF2B5EF4-FFF2-40B4-BE49-F238E27FC236}">
                          <a16:creationId xmlns:a16="http://schemas.microsoft.com/office/drawing/2014/main" id="{97F83CCD-406F-209A-5FDE-E0F4D8C7E04F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768216" y="3089587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chemeClr val="accent6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221" name="Freihandform 97">
                      <a:extLst>
                        <a:ext uri="{FF2B5EF4-FFF2-40B4-BE49-F238E27FC236}">
                          <a16:creationId xmlns:a16="http://schemas.microsoft.com/office/drawing/2014/main" id="{4B100C88-4D4F-2E0F-D65F-70FC0D690919}"/>
                        </a:ext>
                      </a:extLst>
                    </p:cNvPr>
                    <p:cNvSpPr/>
                    <p:nvPr/>
                  </p:nvSpPr>
                  <p:spPr>
                    <a:xfrm flipH="1">
                      <a:off x="5359983" y="3089585"/>
                      <a:ext cx="501006" cy="678829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00B05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cxnSp>
                <p:nvCxnSpPr>
                  <p:cNvPr id="211" name="Gerade Verbindung 87">
                    <a:extLst>
                      <a:ext uri="{FF2B5EF4-FFF2-40B4-BE49-F238E27FC236}">
                        <a16:creationId xmlns:a16="http://schemas.microsoft.com/office/drawing/2014/main" id="{1D6D2BA7-B8E1-5656-F4B0-49405917502E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572613" y="4146828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2" name="Gerade Verbindung 88">
                    <a:extLst>
                      <a:ext uri="{FF2B5EF4-FFF2-40B4-BE49-F238E27FC236}">
                        <a16:creationId xmlns:a16="http://schemas.microsoft.com/office/drawing/2014/main" id="{FDEA2E2C-D9E9-2535-B88A-DD68AF933D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00091" y="4146828"/>
                    <a:ext cx="264050" cy="0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3" name="Gerade Verbindung 89">
                    <a:extLst>
                      <a:ext uri="{FF2B5EF4-FFF2-40B4-BE49-F238E27FC236}">
                        <a16:creationId xmlns:a16="http://schemas.microsoft.com/office/drawing/2014/main" id="{1629BAD9-874B-17BA-D2AC-60B10E5BD8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91324" y="4235267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4" name="Gerade Verbindung 90">
                    <a:extLst>
                      <a:ext uri="{FF2B5EF4-FFF2-40B4-BE49-F238E27FC236}">
                        <a16:creationId xmlns:a16="http://schemas.microsoft.com/office/drawing/2014/main" id="{ECD392A1-A1EE-21C1-655C-AAE8157E776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691324" y="3973148"/>
                    <a:ext cx="0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5" name="Gerade Verbindung 91">
                    <a:extLst>
                      <a:ext uri="{FF2B5EF4-FFF2-40B4-BE49-F238E27FC236}">
                        <a16:creationId xmlns:a16="http://schemas.microsoft.com/office/drawing/2014/main" id="{E5D4C8EB-4105-BBDF-21CF-ED94A32F135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745403" y="4268361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6" name="Gerade Verbindung 92">
                    <a:extLst>
                      <a:ext uri="{FF2B5EF4-FFF2-40B4-BE49-F238E27FC236}">
                        <a16:creationId xmlns:a16="http://schemas.microsoft.com/office/drawing/2014/main" id="{56BBF7C6-1FDB-E1AE-7C93-2ED42F75285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>
                    <a:off x="8745403" y="3808830"/>
                    <a:ext cx="193550" cy="21453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7" name="Gerade Verbindung 93">
                    <a:extLst>
                      <a:ext uri="{FF2B5EF4-FFF2-40B4-BE49-F238E27FC236}">
                        <a16:creationId xmlns:a16="http://schemas.microsoft.com/office/drawing/2014/main" id="{5F4DD2E2-AA3F-83AE-EA2A-018DDD33B87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834239" y="3557205"/>
                    <a:ext cx="103048" cy="87172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8" name="Gerade Verbindung 94">
                    <a:extLst>
                      <a:ext uri="{FF2B5EF4-FFF2-40B4-BE49-F238E27FC236}">
                        <a16:creationId xmlns:a16="http://schemas.microsoft.com/office/drawing/2014/main" id="{3E68528C-A16D-31F3-12B4-62D35A3E60B0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283921" y="4262405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19" name="Gerade Verbindung 95">
                    <a:extLst>
                      <a:ext uri="{FF2B5EF4-FFF2-40B4-BE49-F238E27FC236}">
                        <a16:creationId xmlns:a16="http://schemas.microsoft.com/office/drawing/2014/main" id="{A0C678A5-3414-7479-E5DC-5762717B654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rot="5400000" flipH="1">
                    <a:off x="8283454" y="4012133"/>
                    <a:ext cx="0" cy="28744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5" name="Gruppieren 194">
                  <a:extLst>
                    <a:ext uri="{FF2B5EF4-FFF2-40B4-BE49-F238E27FC236}">
                      <a16:creationId xmlns:a16="http://schemas.microsoft.com/office/drawing/2014/main" id="{B07958AA-FF11-7A89-C0BE-086C781C2D92}"/>
                    </a:ext>
                  </a:extLst>
                </p:cNvPr>
                <p:cNvGrpSpPr/>
                <p:nvPr/>
              </p:nvGrpSpPr>
              <p:grpSpPr>
                <a:xfrm>
                  <a:off x="5338196" y="1672827"/>
                  <a:ext cx="119477" cy="234877"/>
                  <a:chOff x="4895526" y="1350699"/>
                  <a:chExt cx="150422" cy="284556"/>
                </a:xfrm>
              </p:grpSpPr>
              <p:sp>
                <p:nvSpPr>
                  <p:cNvPr id="206" name="Oval 113">
                    <a:extLst>
                      <a:ext uri="{FF2B5EF4-FFF2-40B4-BE49-F238E27FC236}">
                        <a16:creationId xmlns:a16="http://schemas.microsoft.com/office/drawing/2014/main" id="{72A4CA33-4DA4-13AB-A1D3-BD8B099BFC6D}"/>
                      </a:ext>
                    </a:extLst>
                  </p:cNvPr>
                  <p:cNvSpPr/>
                  <p:nvPr/>
                </p:nvSpPr>
                <p:spPr>
                  <a:xfrm>
                    <a:off x="4895526" y="1505356"/>
                    <a:ext cx="150422" cy="129899"/>
                  </a:xfrm>
                  <a:prstGeom prst="ellipse">
                    <a:avLst/>
                  </a:prstGeom>
                  <a:solidFill>
                    <a:srgbClr val="00B05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07" name="Gerade Verbindung 115">
                    <a:extLst>
                      <a:ext uri="{FF2B5EF4-FFF2-40B4-BE49-F238E27FC236}">
                        <a16:creationId xmlns:a16="http://schemas.microsoft.com/office/drawing/2014/main" id="{4B98810B-808E-6C50-141A-20B241CA4F21}"/>
                      </a:ext>
                    </a:extLst>
                  </p:cNvPr>
                  <p:cNvCxnSpPr>
                    <a:cxnSpLocks/>
                    <a:endCxn id="206" idx="0"/>
                  </p:cNvCxnSpPr>
                  <p:nvPr/>
                </p:nvCxnSpPr>
                <p:spPr>
                  <a:xfrm>
                    <a:off x="4970737" y="1350699"/>
                    <a:ext cx="0" cy="154657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grpSp>
              <p:nvGrpSpPr>
                <p:cNvPr id="196" name="Gruppieren 195">
                  <a:extLst>
                    <a:ext uri="{FF2B5EF4-FFF2-40B4-BE49-F238E27FC236}">
                      <a16:creationId xmlns:a16="http://schemas.microsoft.com/office/drawing/2014/main" id="{E1ACE7EA-73AA-7A87-88F8-A42D5D2E5EE4}"/>
                    </a:ext>
                  </a:extLst>
                </p:cNvPr>
                <p:cNvGrpSpPr/>
                <p:nvPr/>
              </p:nvGrpSpPr>
              <p:grpSpPr>
                <a:xfrm rot="17894886">
                  <a:off x="5200253" y="2478354"/>
                  <a:ext cx="124161" cy="289947"/>
                  <a:chOff x="7019165" y="3872008"/>
                  <a:chExt cx="124679" cy="321722"/>
                </a:xfrm>
              </p:grpSpPr>
              <p:sp>
                <p:nvSpPr>
                  <p:cNvPr id="204" name="Oval 110">
                    <a:extLst>
                      <a:ext uri="{FF2B5EF4-FFF2-40B4-BE49-F238E27FC236}">
                        <a16:creationId xmlns:a16="http://schemas.microsoft.com/office/drawing/2014/main" id="{41E1FCD0-60F9-D02B-0F19-727C6F2083E2}"/>
                      </a:ext>
                    </a:extLst>
                  </p:cNvPr>
                  <p:cNvSpPr/>
                  <p:nvPr/>
                </p:nvSpPr>
                <p:spPr>
                  <a:xfrm>
                    <a:off x="7019165" y="3872008"/>
                    <a:ext cx="124679" cy="114483"/>
                  </a:xfrm>
                  <a:prstGeom prst="ellipse">
                    <a:avLst/>
                  </a:prstGeom>
                  <a:solidFill>
                    <a:srgbClr val="C0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205" name="Gerade Verbindung 120">
                    <a:extLst>
                      <a:ext uri="{FF2B5EF4-FFF2-40B4-BE49-F238E27FC236}">
                        <a16:creationId xmlns:a16="http://schemas.microsoft.com/office/drawing/2014/main" id="{5530803B-09A6-17F9-8CB0-955246219296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081504" y="3947229"/>
                    <a:ext cx="1" cy="24650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97" name="Textfeld 196">
                  <a:extLst>
                    <a:ext uri="{FF2B5EF4-FFF2-40B4-BE49-F238E27FC236}">
                      <a16:creationId xmlns:a16="http://schemas.microsoft.com/office/drawing/2014/main" id="{F9111316-2D80-F19F-0DC7-AF93DBA70B06}"/>
                    </a:ext>
                  </a:extLst>
                </p:cNvPr>
                <p:cNvSpPr txBox="1"/>
                <p:nvPr/>
              </p:nvSpPr>
              <p:spPr>
                <a:xfrm>
                  <a:off x="5065378" y="1278069"/>
                  <a:ext cx="883148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N</a:t>
                  </a:r>
                  <a:r>
                    <a:rPr lang="de-US" sz="750">
                      <a:latin typeface="Arial" panose="020B0604020202020204" pitchFamily="34" charset="0"/>
                      <a:cs typeface="Arial" panose="020B0604020202020204" pitchFamily="34" charset="0"/>
                    </a:rPr>
                    <a:t>ormal </a:t>
                  </a:r>
                  <a:r>
                    <a:rPr lang="de-US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cell</a:t>
                  </a:r>
                </a:p>
              </p:txBody>
            </p:sp>
            <p:sp>
              <p:nvSpPr>
                <p:cNvPr id="198" name="Textfeld 197">
                  <a:extLst>
                    <a:ext uri="{FF2B5EF4-FFF2-40B4-BE49-F238E27FC236}">
                      <a16:creationId xmlns:a16="http://schemas.microsoft.com/office/drawing/2014/main" id="{C50511BD-1A2D-5516-FAF5-8777B9995791}"/>
                    </a:ext>
                  </a:extLst>
                </p:cNvPr>
                <p:cNvSpPr txBox="1"/>
                <p:nvPr/>
              </p:nvSpPr>
              <p:spPr>
                <a:xfrm>
                  <a:off x="4936964" y="2853573"/>
                  <a:ext cx="1039347" cy="455306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US" sz="750">
                      <a:latin typeface="Arial" panose="020B0604020202020204" pitchFamily="34" charset="0"/>
                      <a:cs typeface="Arial" panose="020B0604020202020204" pitchFamily="34" charset="0"/>
                    </a:rPr>
                    <a:t>T cell</a:t>
                  </a:r>
                  <a:endParaRPr lang="de-DE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ctr"/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No</a:t>
                  </a:r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activation</a:t>
                  </a:r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99" name="Halbbogen 198">
                  <a:extLst>
                    <a:ext uri="{FF2B5EF4-FFF2-40B4-BE49-F238E27FC236}">
                      <a16:creationId xmlns:a16="http://schemas.microsoft.com/office/drawing/2014/main" id="{9667036C-4E12-BA58-1F2D-FE42407A1C02}"/>
                    </a:ext>
                  </a:extLst>
                </p:cNvPr>
                <p:cNvSpPr/>
                <p:nvPr/>
              </p:nvSpPr>
              <p:spPr>
                <a:xfrm rot="7011863" flipV="1">
                  <a:off x="5351261" y="2625581"/>
                  <a:ext cx="311385" cy="276459"/>
                </a:xfrm>
                <a:prstGeom prst="blockArc">
                  <a:avLst>
                    <a:gd name="adj1" fmla="val 10800000"/>
                    <a:gd name="adj2" fmla="val 108277"/>
                    <a:gd name="adj3" fmla="val 49569"/>
                  </a:avLst>
                </a:prstGeom>
                <a:solidFill>
                  <a:srgbClr val="FF0000"/>
                </a:solidFill>
                <a:ln w="6350">
                  <a:solidFill>
                    <a:srgbClr val="FF0000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200" name="Textfeld 199">
                  <a:extLst>
                    <a:ext uri="{FF2B5EF4-FFF2-40B4-BE49-F238E27FC236}">
                      <a16:creationId xmlns:a16="http://schemas.microsoft.com/office/drawing/2014/main" id="{4430007A-6D2D-76CB-21A7-2269A3F8BDF0}"/>
                    </a:ext>
                  </a:extLst>
                </p:cNvPr>
                <p:cNvSpPr txBox="1"/>
                <p:nvPr/>
              </p:nvSpPr>
              <p:spPr>
                <a:xfrm>
                  <a:off x="4445718" y="2637158"/>
                  <a:ext cx="949405" cy="276999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ctr"/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CD3 or TCR</a:t>
                  </a:r>
                </a:p>
              </p:txBody>
            </p:sp>
            <p:grpSp>
              <p:nvGrpSpPr>
                <p:cNvPr id="201" name="Gruppieren 200">
                  <a:extLst>
                    <a:ext uri="{FF2B5EF4-FFF2-40B4-BE49-F238E27FC236}">
                      <a16:creationId xmlns:a16="http://schemas.microsoft.com/office/drawing/2014/main" id="{E687C540-951D-3F7B-3A60-852C911B9F3B}"/>
                    </a:ext>
                  </a:extLst>
                </p:cNvPr>
                <p:cNvGrpSpPr/>
                <p:nvPr/>
              </p:nvGrpSpPr>
              <p:grpSpPr>
                <a:xfrm>
                  <a:off x="5293601" y="2562457"/>
                  <a:ext cx="326066" cy="284481"/>
                  <a:chOff x="5777392" y="4065218"/>
                  <a:chExt cx="326066" cy="284481"/>
                </a:xfrm>
              </p:grpSpPr>
              <p:cxnSp>
                <p:nvCxnSpPr>
                  <p:cNvPr id="202" name="Gerader Verbinder 455">
                    <a:extLst>
                      <a:ext uri="{FF2B5EF4-FFF2-40B4-BE49-F238E27FC236}">
                        <a16:creationId xmlns:a16="http://schemas.microsoft.com/office/drawing/2014/main" id="{6431AA23-1EB7-B4FD-9BF4-62A66A416EC1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5803900" y="4086763"/>
                    <a:ext cx="273050" cy="262936"/>
                  </a:xfrm>
                  <a:prstGeom prst="line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cxnSp>
                <p:nvCxnSpPr>
                  <p:cNvPr id="203" name="Gerader Verbinder 456">
                    <a:extLst>
                      <a:ext uri="{FF2B5EF4-FFF2-40B4-BE49-F238E27FC236}">
                        <a16:creationId xmlns:a16="http://schemas.microsoft.com/office/drawing/2014/main" id="{5EA887EE-82F4-526A-A87A-C95310A03A4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77392" y="4065218"/>
                    <a:ext cx="326066" cy="262936"/>
                  </a:xfrm>
                  <a:prstGeom prst="line">
                    <a:avLst/>
                  </a:prstGeom>
                  <a:ln>
                    <a:solidFill>
                      <a:srgbClr val="7030A0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</p:grpSp>
          <p:sp>
            <p:nvSpPr>
              <p:cNvPr id="25" name="Textfeld 24">
                <a:extLst>
                  <a:ext uri="{FF2B5EF4-FFF2-40B4-BE49-F238E27FC236}">
                    <a16:creationId xmlns:a16="http://schemas.microsoft.com/office/drawing/2014/main" id="{85967739-CF7F-6507-70E2-59B4A57AA23D}"/>
                  </a:ext>
                </a:extLst>
              </p:cNvPr>
              <p:cNvSpPr txBox="1"/>
              <p:nvPr/>
            </p:nvSpPr>
            <p:spPr>
              <a:xfrm>
                <a:off x="236376" y="3910200"/>
                <a:ext cx="1847088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b="1" dirty="0">
                    <a:latin typeface="Arial" panose="020B0604020202020204" pitchFamily="34" charset="0"/>
                    <a:cs typeface="Arial" panose="020B0604020202020204" pitchFamily="34" charset="0"/>
                  </a:rPr>
                  <a:t>d orthogonal </a:t>
                </a:r>
                <a:r>
                  <a:rPr lang="de-DE" sz="750" b="1" dirty="0" err="1">
                    <a:latin typeface="Arial" panose="020B0604020202020204" pitchFamily="34" charset="0"/>
                    <a:cs typeface="Arial" panose="020B0604020202020204" pitchFamily="34" charset="0"/>
                  </a:rPr>
                  <a:t>activatability</a:t>
                </a:r>
                <a:endParaRPr lang="de-US" sz="750" b="1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26" name="Gruppieren 25">
                <a:extLst>
                  <a:ext uri="{FF2B5EF4-FFF2-40B4-BE49-F238E27FC236}">
                    <a16:creationId xmlns:a16="http://schemas.microsoft.com/office/drawing/2014/main" id="{90977348-8729-9BC7-5DAC-1ADF09EED1E0}"/>
                  </a:ext>
                </a:extLst>
              </p:cNvPr>
              <p:cNvGrpSpPr/>
              <p:nvPr/>
            </p:nvGrpSpPr>
            <p:grpSpPr>
              <a:xfrm>
                <a:off x="225024" y="4176981"/>
                <a:ext cx="1826147" cy="1851026"/>
                <a:chOff x="553902" y="3932436"/>
                <a:chExt cx="1826147" cy="1851026"/>
              </a:xfrm>
            </p:grpSpPr>
            <p:grpSp>
              <p:nvGrpSpPr>
                <p:cNvPr id="125" name="Gruppieren 124">
                  <a:extLst>
                    <a:ext uri="{FF2B5EF4-FFF2-40B4-BE49-F238E27FC236}">
                      <a16:creationId xmlns:a16="http://schemas.microsoft.com/office/drawing/2014/main" id="{680F0372-A2A7-AA78-CC65-E9BDDD67DD9F}"/>
                    </a:ext>
                  </a:extLst>
                </p:cNvPr>
                <p:cNvGrpSpPr/>
                <p:nvPr/>
              </p:nvGrpSpPr>
              <p:grpSpPr>
                <a:xfrm>
                  <a:off x="930776" y="3932436"/>
                  <a:ext cx="1147755" cy="1851026"/>
                  <a:chOff x="5062198" y="2851563"/>
                  <a:chExt cx="1147755" cy="1851026"/>
                </a:xfrm>
              </p:grpSpPr>
              <p:grpSp>
                <p:nvGrpSpPr>
                  <p:cNvPr id="128" name="Gruppieren 127">
                    <a:extLst>
                      <a:ext uri="{FF2B5EF4-FFF2-40B4-BE49-F238E27FC236}">
                        <a16:creationId xmlns:a16="http://schemas.microsoft.com/office/drawing/2014/main" id="{40746E8B-5FC1-4A3B-D763-E05747BD773F}"/>
                      </a:ext>
                    </a:extLst>
                  </p:cNvPr>
                  <p:cNvGrpSpPr/>
                  <p:nvPr/>
                </p:nvGrpSpPr>
                <p:grpSpPr>
                  <a:xfrm rot="280412">
                    <a:off x="5659128" y="3483369"/>
                    <a:ext cx="490329" cy="574141"/>
                    <a:chOff x="9926916" y="3133980"/>
                    <a:chExt cx="1375659" cy="1779891"/>
                  </a:xfrm>
                </p:grpSpPr>
                <p:grpSp>
                  <p:nvGrpSpPr>
                    <p:cNvPr id="171" name="Gruppieren 170">
                      <a:extLst>
                        <a:ext uri="{FF2B5EF4-FFF2-40B4-BE49-F238E27FC236}">
                          <a16:creationId xmlns:a16="http://schemas.microsoft.com/office/drawing/2014/main" id="{8A742417-7770-CEE9-3127-9A6F8933FD6E}"/>
                        </a:ext>
                      </a:extLst>
                    </p:cNvPr>
                    <p:cNvGrpSpPr/>
                    <p:nvPr/>
                  </p:nvGrpSpPr>
                  <p:grpSpPr>
                    <a:xfrm rot="16200000">
                      <a:off x="10702142" y="3809058"/>
                      <a:ext cx="497454" cy="703412"/>
                      <a:chOff x="3174192" y="3394059"/>
                      <a:chExt cx="694424" cy="1110907"/>
                    </a:xfrm>
                  </p:grpSpPr>
                  <p:grpSp>
                    <p:nvGrpSpPr>
                      <p:cNvPr id="185" name="Gruppieren 184">
                        <a:extLst>
                          <a:ext uri="{FF2B5EF4-FFF2-40B4-BE49-F238E27FC236}">
                            <a16:creationId xmlns:a16="http://schemas.microsoft.com/office/drawing/2014/main" id="{58116372-19CA-AFDB-D7EF-34296CCE834E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174192" y="3394059"/>
                        <a:ext cx="694424" cy="1110907"/>
                        <a:chOff x="3174191" y="3394059"/>
                        <a:chExt cx="1089209" cy="1110907"/>
                      </a:xfrm>
                    </p:grpSpPr>
                    <p:sp>
                      <p:nvSpPr>
                        <p:cNvPr id="187" name="Rechteck 186">
                          <a:extLst>
                            <a:ext uri="{FF2B5EF4-FFF2-40B4-BE49-F238E27FC236}">
                              <a16:creationId xmlns:a16="http://schemas.microsoft.com/office/drawing/2014/main" id="{62A9F688-C506-3090-7087-01BA2CB9EA2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74191" y="339405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88" name="Rechteck 187">
                          <a:extLst>
                            <a:ext uri="{FF2B5EF4-FFF2-40B4-BE49-F238E27FC236}">
                              <a16:creationId xmlns:a16="http://schemas.microsoft.com/office/drawing/2014/main" id="{08ACC668-52A8-0FA2-4C47-0165953F8FB8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74191" y="397347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89" name="Rechteck 188">
                          <a:extLst>
                            <a:ext uri="{FF2B5EF4-FFF2-40B4-BE49-F238E27FC236}">
                              <a16:creationId xmlns:a16="http://schemas.microsoft.com/office/drawing/2014/main" id="{74583527-9E6C-5C5B-A189-30166CD3A7C9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752347" y="339405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90" name="Rechteck 189">
                          <a:extLst>
                            <a:ext uri="{FF2B5EF4-FFF2-40B4-BE49-F238E27FC236}">
                              <a16:creationId xmlns:a16="http://schemas.microsoft.com/office/drawing/2014/main" id="{BC2C7BB6-7832-B492-FE16-B17F74E38F4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762394" y="397347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86" name="Oval 78">
                        <a:extLst>
                          <a:ext uri="{FF2B5EF4-FFF2-40B4-BE49-F238E27FC236}">
                            <a16:creationId xmlns:a16="http://schemas.microsoft.com/office/drawing/2014/main" id="{78E5ADE0-8008-1E65-AF12-DAF6AEDA42A4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94125" y="4113617"/>
                        <a:ext cx="254558" cy="251209"/>
                      </a:xfrm>
                      <a:prstGeom prst="ellipse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172" name="Gruppieren 171">
                      <a:extLst>
                        <a:ext uri="{FF2B5EF4-FFF2-40B4-BE49-F238E27FC236}">
                          <a16:creationId xmlns:a16="http://schemas.microsoft.com/office/drawing/2014/main" id="{185AB09F-CFBF-5F46-E61B-010C78C899EA}"/>
                        </a:ext>
                      </a:extLst>
                    </p:cNvPr>
                    <p:cNvGrpSpPr/>
                    <p:nvPr/>
                  </p:nvGrpSpPr>
                  <p:grpSpPr>
                    <a:xfrm rot="18722718">
                      <a:off x="9868392" y="3307667"/>
                      <a:ext cx="778384" cy="431010"/>
                      <a:chOff x="4774398" y="3087714"/>
                      <a:chExt cx="1086591" cy="680700"/>
                    </a:xfrm>
                  </p:grpSpPr>
                  <p:sp>
                    <p:nvSpPr>
                      <p:cNvPr id="183" name="Freihandform 75">
                        <a:extLst>
                          <a:ext uri="{FF2B5EF4-FFF2-40B4-BE49-F238E27FC236}">
                            <a16:creationId xmlns:a16="http://schemas.microsoft.com/office/drawing/2014/main" id="{ECFE9A1E-DE3D-F725-42EB-05EE3135D73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74398" y="3087714"/>
                        <a:ext cx="501007" cy="678828"/>
                      </a:xfrm>
                      <a:custGeom>
                        <a:avLst/>
                        <a:gdLst>
                          <a:gd name="csX0" fmla="*/ 0 w 3145134"/>
                          <a:gd name="csY0" fmla="*/ 0 h 3125038"/>
                          <a:gd name="csX1" fmla="*/ 10049 w 3145134"/>
                          <a:gd name="csY1" fmla="*/ 3125038 h 3125038"/>
                          <a:gd name="csX2" fmla="*/ 3145134 w 3145134"/>
                          <a:gd name="csY2" fmla="*/ 3114989 h 3125038"/>
                          <a:gd name="csX3" fmla="*/ 3145134 w 3145134"/>
                          <a:gd name="csY3" fmla="*/ 2270928 h 3125038"/>
                          <a:gd name="csX4" fmla="*/ 0 w 3145134"/>
                          <a:gd name="csY4" fmla="*/ 0 h 312503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3145134" h="3125038">
                            <a:moveTo>
                              <a:pt x="0" y="0"/>
                            </a:moveTo>
                            <a:cubicBezTo>
                              <a:pt x="3350" y="1041679"/>
                              <a:pt x="6699" y="2083359"/>
                              <a:pt x="10049" y="3125038"/>
                            </a:cubicBezTo>
                            <a:lnTo>
                              <a:pt x="3145134" y="3114989"/>
                            </a:lnTo>
                            <a:lnTo>
                              <a:pt x="3145134" y="22709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84" name="Freihandform 76">
                        <a:extLst>
                          <a:ext uri="{FF2B5EF4-FFF2-40B4-BE49-F238E27FC236}">
                            <a16:creationId xmlns:a16="http://schemas.microsoft.com/office/drawing/2014/main" id="{28B1130B-01C4-474A-53FF-F4FF050FC40F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359983" y="3089585"/>
                        <a:ext cx="501006" cy="678829"/>
                      </a:xfrm>
                      <a:custGeom>
                        <a:avLst/>
                        <a:gdLst>
                          <a:gd name="csX0" fmla="*/ 0 w 3145134"/>
                          <a:gd name="csY0" fmla="*/ 0 h 3125038"/>
                          <a:gd name="csX1" fmla="*/ 10049 w 3145134"/>
                          <a:gd name="csY1" fmla="*/ 3125038 h 3125038"/>
                          <a:gd name="csX2" fmla="*/ 3145134 w 3145134"/>
                          <a:gd name="csY2" fmla="*/ 3114989 h 3125038"/>
                          <a:gd name="csX3" fmla="*/ 3145134 w 3145134"/>
                          <a:gd name="csY3" fmla="*/ 2270928 h 3125038"/>
                          <a:gd name="csX4" fmla="*/ 0 w 3145134"/>
                          <a:gd name="csY4" fmla="*/ 0 h 312503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3145134" h="3125038">
                            <a:moveTo>
                              <a:pt x="0" y="0"/>
                            </a:moveTo>
                            <a:cubicBezTo>
                              <a:pt x="3350" y="1041679"/>
                              <a:pt x="6699" y="2083359"/>
                              <a:pt x="10049" y="3125038"/>
                            </a:cubicBezTo>
                            <a:lnTo>
                              <a:pt x="3145134" y="3114989"/>
                            </a:lnTo>
                            <a:lnTo>
                              <a:pt x="3145134" y="22709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1982AF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cxnSp>
                  <p:nvCxnSpPr>
                    <p:cNvPr id="173" name="Gerade Verbindung 66">
                      <a:extLst>
                        <a:ext uri="{FF2B5EF4-FFF2-40B4-BE49-F238E27FC236}">
                          <a16:creationId xmlns:a16="http://schemas.microsoft.com/office/drawing/2014/main" id="{2E3235E8-E27A-D357-6FA7-9CC2E51F474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398596" y="4158470"/>
                      <a:ext cx="264050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4" name="Gerade Verbindung 67">
                      <a:extLst>
                        <a:ext uri="{FF2B5EF4-FFF2-40B4-BE49-F238E27FC236}">
                          <a16:creationId xmlns:a16="http://schemas.microsoft.com/office/drawing/2014/main" id="{F8001252-1C98-0A98-0D6F-49D5B9A14D5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371118" y="4158470"/>
                      <a:ext cx="264050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5" name="Gerade Verbindung 68">
                      <a:extLst>
                        <a:ext uri="{FF2B5EF4-FFF2-40B4-BE49-F238E27FC236}">
                          <a16:creationId xmlns:a16="http://schemas.microsoft.com/office/drawing/2014/main" id="{7B3BAF04-268C-B280-C940-27AF85D8094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543935" y="4246909"/>
                      <a:ext cx="0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6" name="Gerade Verbindung 69">
                      <a:extLst>
                        <a:ext uri="{FF2B5EF4-FFF2-40B4-BE49-F238E27FC236}">
                          <a16:creationId xmlns:a16="http://schemas.microsoft.com/office/drawing/2014/main" id="{634BE15D-8EC1-3F83-E017-3FCCB7F390E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543935" y="3984790"/>
                      <a:ext cx="0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7" name="Gerade Verbindung 70">
                      <a:extLst>
                        <a:ext uri="{FF2B5EF4-FFF2-40B4-BE49-F238E27FC236}">
                          <a16:creationId xmlns:a16="http://schemas.microsoft.com/office/drawing/2014/main" id="{74FEC6EC-2EF2-848B-9F7E-688A7351768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296306" y="4280003"/>
                      <a:ext cx="193550" cy="21453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8" name="Gerade Verbindung 71">
                      <a:extLst>
                        <a:ext uri="{FF2B5EF4-FFF2-40B4-BE49-F238E27FC236}">
                          <a16:creationId xmlns:a16="http://schemas.microsoft.com/office/drawing/2014/main" id="{602F907D-8108-A048-2706-6CB6ADC4A5F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 flipH="1">
                      <a:off x="10296306" y="3820472"/>
                      <a:ext cx="193550" cy="21453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79" name="Gerade Verbindung 72">
                      <a:extLst>
                        <a:ext uri="{FF2B5EF4-FFF2-40B4-BE49-F238E27FC236}">
                          <a16:creationId xmlns:a16="http://schemas.microsoft.com/office/drawing/2014/main" id="{A9D8021C-1364-E164-FA93-0B59338EF1D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297972" y="3568847"/>
                      <a:ext cx="103048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0" name="Gerade Verbindung 73">
                      <a:extLst>
                        <a:ext uri="{FF2B5EF4-FFF2-40B4-BE49-F238E27FC236}">
                          <a16:creationId xmlns:a16="http://schemas.microsoft.com/office/drawing/2014/main" id="{A40A5CC9-3D84-959D-E48C-4C635EE9B219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951338" y="4274047"/>
                      <a:ext cx="0" cy="2874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81" name="Gerade Verbindung 74">
                      <a:extLst>
                        <a:ext uri="{FF2B5EF4-FFF2-40B4-BE49-F238E27FC236}">
                          <a16:creationId xmlns:a16="http://schemas.microsoft.com/office/drawing/2014/main" id="{E7402D9C-BAD4-0438-74D0-B4E5298BF477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16200000">
                      <a:off x="10951805" y="4023775"/>
                      <a:ext cx="0" cy="2874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sp>
                  <p:nvSpPr>
                    <p:cNvPr id="182" name="Freihandform 86">
                      <a:extLst>
                        <a:ext uri="{FF2B5EF4-FFF2-40B4-BE49-F238E27FC236}">
                          <a16:creationId xmlns:a16="http://schemas.microsoft.com/office/drawing/2014/main" id="{2A50A173-851D-5682-9D75-E7A40E69808B}"/>
                        </a:ext>
                      </a:extLst>
                    </p:cNvPr>
                    <p:cNvSpPr/>
                    <p:nvPr/>
                  </p:nvSpPr>
                  <p:spPr>
                    <a:xfrm rot="10800000">
                      <a:off x="9926916" y="4484045"/>
                      <a:ext cx="358898" cy="429826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00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noFill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29" name="Gruppieren 128">
                    <a:extLst>
                      <a:ext uri="{FF2B5EF4-FFF2-40B4-BE49-F238E27FC236}">
                        <a16:creationId xmlns:a16="http://schemas.microsoft.com/office/drawing/2014/main" id="{4069F901-F40C-92A8-FBA6-65C4DD3DA8C1}"/>
                      </a:ext>
                    </a:extLst>
                  </p:cNvPr>
                  <p:cNvGrpSpPr/>
                  <p:nvPr/>
                </p:nvGrpSpPr>
                <p:grpSpPr>
                  <a:xfrm>
                    <a:off x="5096599" y="3462678"/>
                    <a:ext cx="478597" cy="599237"/>
                    <a:chOff x="7932684" y="3122165"/>
                    <a:chExt cx="1395378" cy="1787623"/>
                  </a:xfrm>
                </p:grpSpPr>
                <p:sp>
                  <p:nvSpPr>
                    <p:cNvPr id="151" name="Freihandform 65">
                      <a:extLst>
                        <a:ext uri="{FF2B5EF4-FFF2-40B4-BE49-F238E27FC236}">
                          <a16:creationId xmlns:a16="http://schemas.microsoft.com/office/drawing/2014/main" id="{23110EFF-78A0-5C82-B8AC-660F179D079F}"/>
                        </a:ext>
                      </a:extLst>
                    </p:cNvPr>
                    <p:cNvSpPr/>
                    <p:nvPr/>
                  </p:nvSpPr>
                  <p:spPr>
                    <a:xfrm rot="10643584" flipH="1">
                      <a:off x="8969164" y="4479962"/>
                      <a:ext cx="358898" cy="429826"/>
                    </a:xfrm>
                    <a:custGeom>
                      <a:avLst/>
                      <a:gdLst>
                        <a:gd name="csX0" fmla="*/ 0 w 3145134"/>
                        <a:gd name="csY0" fmla="*/ 0 h 3125038"/>
                        <a:gd name="csX1" fmla="*/ 10049 w 3145134"/>
                        <a:gd name="csY1" fmla="*/ 3125038 h 3125038"/>
                        <a:gd name="csX2" fmla="*/ 3145134 w 3145134"/>
                        <a:gd name="csY2" fmla="*/ 3114989 h 3125038"/>
                        <a:gd name="csX3" fmla="*/ 3145134 w 3145134"/>
                        <a:gd name="csY3" fmla="*/ 2270928 h 3125038"/>
                        <a:gd name="csX4" fmla="*/ 0 w 3145134"/>
                        <a:gd name="csY4" fmla="*/ 0 h 3125038"/>
                      </a:gdLst>
                      <a:ahLst/>
                      <a:cxnLst>
                        <a:cxn ang="0">
                          <a:pos x="csX0" y="csY0"/>
                        </a:cxn>
                        <a:cxn ang="0">
                          <a:pos x="csX1" y="csY1"/>
                        </a:cxn>
                        <a:cxn ang="0">
                          <a:pos x="csX2" y="csY2"/>
                        </a:cxn>
                        <a:cxn ang="0">
                          <a:pos x="csX3" y="csY3"/>
                        </a:cxn>
                        <a:cxn ang="0">
                          <a:pos x="csX4" y="csY4"/>
                        </a:cxn>
                      </a:cxnLst>
                      <a:rect l="l" t="t" r="r" b="b"/>
                      <a:pathLst>
                        <a:path w="3145134" h="3125038">
                          <a:moveTo>
                            <a:pt x="0" y="0"/>
                          </a:moveTo>
                          <a:cubicBezTo>
                            <a:pt x="3350" y="1041679"/>
                            <a:pt x="6699" y="2083359"/>
                            <a:pt x="10049" y="3125038"/>
                          </a:cubicBezTo>
                          <a:lnTo>
                            <a:pt x="3145134" y="3114989"/>
                          </a:lnTo>
                          <a:lnTo>
                            <a:pt x="3145134" y="2270928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C000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noFill/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grpSp>
                  <p:nvGrpSpPr>
                    <p:cNvPr id="152" name="Gruppieren 151">
                      <a:extLst>
                        <a:ext uri="{FF2B5EF4-FFF2-40B4-BE49-F238E27FC236}">
                          <a16:creationId xmlns:a16="http://schemas.microsoft.com/office/drawing/2014/main" id="{9B7AF0AD-D668-2548-3399-E5D798B57A73}"/>
                        </a:ext>
                      </a:extLst>
                    </p:cNvPr>
                    <p:cNvGrpSpPr/>
                    <p:nvPr/>
                  </p:nvGrpSpPr>
                  <p:grpSpPr>
                    <a:xfrm rot="5400000" flipH="1">
                      <a:off x="8035663" y="3797416"/>
                      <a:ext cx="497454" cy="703412"/>
                      <a:chOff x="3174192" y="3394059"/>
                      <a:chExt cx="694424" cy="1110907"/>
                    </a:xfrm>
                  </p:grpSpPr>
                  <p:grpSp>
                    <p:nvGrpSpPr>
                      <p:cNvPr id="165" name="Gruppieren 164">
                        <a:extLst>
                          <a:ext uri="{FF2B5EF4-FFF2-40B4-BE49-F238E27FC236}">
                            <a16:creationId xmlns:a16="http://schemas.microsoft.com/office/drawing/2014/main" id="{9DF098CC-3424-7724-419E-FB096AA1B6F3}"/>
                          </a:ext>
                        </a:extLst>
                      </p:cNvPr>
                      <p:cNvGrpSpPr/>
                      <p:nvPr/>
                    </p:nvGrpSpPr>
                    <p:grpSpPr>
                      <a:xfrm>
                        <a:off x="3174192" y="3394059"/>
                        <a:ext cx="694424" cy="1110907"/>
                        <a:chOff x="3174191" y="3394059"/>
                        <a:chExt cx="1089209" cy="1110907"/>
                      </a:xfrm>
                    </p:grpSpPr>
                    <p:sp>
                      <p:nvSpPr>
                        <p:cNvPr id="167" name="Rechteck 166">
                          <a:extLst>
                            <a:ext uri="{FF2B5EF4-FFF2-40B4-BE49-F238E27FC236}">
                              <a16:creationId xmlns:a16="http://schemas.microsoft.com/office/drawing/2014/main" id="{A5BDD533-5E85-A0A6-5EF5-E6FF8C801646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74191" y="339405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68" name="Rechteck 167">
                          <a:extLst>
                            <a:ext uri="{FF2B5EF4-FFF2-40B4-BE49-F238E27FC236}">
                              <a16:creationId xmlns:a16="http://schemas.microsoft.com/office/drawing/2014/main" id="{3A94AA97-8368-9EC5-E3D7-76499FE18B97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174191" y="397347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69" name="Rechteck 168">
                          <a:extLst>
                            <a:ext uri="{FF2B5EF4-FFF2-40B4-BE49-F238E27FC236}">
                              <a16:creationId xmlns:a16="http://schemas.microsoft.com/office/drawing/2014/main" id="{191F6C3B-FD54-77AD-3DC0-5E2AF79F8DBE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752347" y="339405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  <p:sp>
                      <p:nvSpPr>
                        <p:cNvPr id="170" name="Rechteck 169">
                          <a:extLst>
                            <a:ext uri="{FF2B5EF4-FFF2-40B4-BE49-F238E27FC236}">
                              <a16:creationId xmlns:a16="http://schemas.microsoft.com/office/drawing/2014/main" id="{D3192C05-0F8E-5181-B219-94FA40BC6305}"/>
                            </a:ext>
                          </a:extLst>
                        </p:cNvPr>
                        <p:cNvSpPr/>
                        <p:nvPr/>
                      </p:nvSpPr>
                      <p:spPr>
                        <a:xfrm>
                          <a:off x="3762394" y="3973479"/>
                          <a:ext cx="501006" cy="531487"/>
                        </a:xfrm>
                        <a:prstGeom prst="rect">
                          <a:avLst/>
                        </a:prstGeom>
                        <a:solidFill>
                          <a:schemeClr val="bg2">
                            <a:lumMod val="75000"/>
                          </a:schemeClr>
                        </a:solidFill>
                        <a:ln w="6350">
                          <a:solidFill>
                            <a:schemeClr val="tx1"/>
                          </a:solidFill>
                        </a:ln>
                      </p:spPr>
                      <p:style>
                        <a:lnRef idx="2">
                          <a:schemeClr val="accent1">
                            <a:shade val="15000"/>
                          </a:schemeClr>
                        </a:lnRef>
                        <a:fillRef idx="1">
                          <a:schemeClr val="accent1"/>
                        </a:fillRef>
                        <a:effectRef idx="0">
                          <a:schemeClr val="accent1"/>
                        </a:effectRef>
                        <a:fontRef idx="minor">
                          <a:schemeClr val="lt1"/>
                        </a:fontRef>
                      </p:style>
                      <p:txBody>
                        <a:bodyPr rtlCol="0" anchor="ctr"/>
                        <a:lstStyle/>
                        <a:p>
                          <a:pPr algn="ctr"/>
                          <a:endParaRPr lang="de-US" sz="750" dirty="0">
                            <a:latin typeface="Arial" panose="020B0604020202020204" pitchFamily="34" charset="0"/>
                            <a:cs typeface="Arial" panose="020B0604020202020204" pitchFamily="34" charset="0"/>
                          </a:endParaRPr>
                        </a:p>
                      </p:txBody>
                    </p:sp>
                  </p:grpSp>
                  <p:sp>
                    <p:nvSpPr>
                      <p:cNvPr id="166" name="Oval 99">
                        <a:extLst>
                          <a:ext uri="{FF2B5EF4-FFF2-40B4-BE49-F238E27FC236}">
                            <a16:creationId xmlns:a16="http://schemas.microsoft.com/office/drawing/2014/main" id="{297A3A82-6D53-7CB0-D569-FFEBE09E178B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3394125" y="4113617"/>
                        <a:ext cx="254558" cy="251209"/>
                      </a:xfrm>
                      <a:prstGeom prst="ellipse">
                        <a:avLst/>
                      </a:prstGeom>
                      <a:solidFill>
                        <a:schemeClr val="bg2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grpSp>
                  <p:nvGrpSpPr>
                    <p:cNvPr id="153" name="Gruppieren 152">
                      <a:extLst>
                        <a:ext uri="{FF2B5EF4-FFF2-40B4-BE49-F238E27FC236}">
                          <a16:creationId xmlns:a16="http://schemas.microsoft.com/office/drawing/2014/main" id="{9D752A81-FB60-B29F-C622-918E1D35FECF}"/>
                        </a:ext>
                      </a:extLst>
                    </p:cNvPr>
                    <p:cNvGrpSpPr/>
                    <p:nvPr/>
                  </p:nvGrpSpPr>
                  <p:grpSpPr>
                    <a:xfrm rot="2877282" flipH="1">
                      <a:off x="8587308" y="3298658"/>
                      <a:ext cx="782813" cy="429827"/>
                      <a:chOff x="4768216" y="3089585"/>
                      <a:chExt cx="1092773" cy="678831"/>
                    </a:xfrm>
                  </p:grpSpPr>
                  <p:sp>
                    <p:nvSpPr>
                      <p:cNvPr id="163" name="Freihandform 96">
                        <a:extLst>
                          <a:ext uri="{FF2B5EF4-FFF2-40B4-BE49-F238E27FC236}">
                            <a16:creationId xmlns:a16="http://schemas.microsoft.com/office/drawing/2014/main" id="{7CFA4CCF-DA95-C16C-6195-934D11026866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4768216" y="3089587"/>
                        <a:ext cx="501006" cy="678829"/>
                      </a:xfrm>
                      <a:custGeom>
                        <a:avLst/>
                        <a:gdLst>
                          <a:gd name="csX0" fmla="*/ 0 w 3145134"/>
                          <a:gd name="csY0" fmla="*/ 0 h 3125038"/>
                          <a:gd name="csX1" fmla="*/ 10049 w 3145134"/>
                          <a:gd name="csY1" fmla="*/ 3125038 h 3125038"/>
                          <a:gd name="csX2" fmla="*/ 3145134 w 3145134"/>
                          <a:gd name="csY2" fmla="*/ 3114989 h 3125038"/>
                          <a:gd name="csX3" fmla="*/ 3145134 w 3145134"/>
                          <a:gd name="csY3" fmla="*/ 2270928 h 3125038"/>
                          <a:gd name="csX4" fmla="*/ 0 w 3145134"/>
                          <a:gd name="csY4" fmla="*/ 0 h 312503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3145134" h="3125038">
                            <a:moveTo>
                              <a:pt x="0" y="0"/>
                            </a:moveTo>
                            <a:cubicBezTo>
                              <a:pt x="3350" y="1041679"/>
                              <a:pt x="6699" y="2083359"/>
                              <a:pt x="10049" y="3125038"/>
                            </a:cubicBezTo>
                            <a:lnTo>
                              <a:pt x="3145134" y="3114989"/>
                            </a:lnTo>
                            <a:lnTo>
                              <a:pt x="3145134" y="22709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chemeClr val="accent6">
                          <a:lumMod val="75000"/>
                        </a:schemeClr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sp>
                    <p:nvSpPr>
                      <p:cNvPr id="164" name="Freihandform 97">
                        <a:extLst>
                          <a:ext uri="{FF2B5EF4-FFF2-40B4-BE49-F238E27FC236}">
                            <a16:creationId xmlns:a16="http://schemas.microsoft.com/office/drawing/2014/main" id="{8FE216BF-92E5-D4FA-4C15-BF48D73DEE54}"/>
                          </a:ext>
                        </a:extLst>
                      </p:cNvPr>
                      <p:cNvSpPr/>
                      <p:nvPr/>
                    </p:nvSpPr>
                    <p:spPr>
                      <a:xfrm flipH="1">
                        <a:off x="5359983" y="3089585"/>
                        <a:ext cx="501006" cy="678829"/>
                      </a:xfrm>
                      <a:custGeom>
                        <a:avLst/>
                        <a:gdLst>
                          <a:gd name="csX0" fmla="*/ 0 w 3145134"/>
                          <a:gd name="csY0" fmla="*/ 0 h 3125038"/>
                          <a:gd name="csX1" fmla="*/ 10049 w 3145134"/>
                          <a:gd name="csY1" fmla="*/ 3125038 h 3125038"/>
                          <a:gd name="csX2" fmla="*/ 3145134 w 3145134"/>
                          <a:gd name="csY2" fmla="*/ 3114989 h 3125038"/>
                          <a:gd name="csX3" fmla="*/ 3145134 w 3145134"/>
                          <a:gd name="csY3" fmla="*/ 2270928 h 3125038"/>
                          <a:gd name="csX4" fmla="*/ 0 w 3145134"/>
                          <a:gd name="csY4" fmla="*/ 0 h 3125038"/>
                        </a:gdLst>
                        <a:ahLst/>
                        <a:cxnLst>
                          <a:cxn ang="0">
                            <a:pos x="csX0" y="csY0"/>
                          </a:cxn>
                          <a:cxn ang="0">
                            <a:pos x="csX1" y="csY1"/>
                          </a:cxn>
                          <a:cxn ang="0">
                            <a:pos x="csX2" y="csY2"/>
                          </a:cxn>
                          <a:cxn ang="0">
                            <a:pos x="csX3" y="csY3"/>
                          </a:cxn>
                          <a:cxn ang="0">
                            <a:pos x="csX4" y="csY4"/>
                          </a:cxn>
                        </a:cxnLst>
                        <a:rect l="l" t="t" r="r" b="b"/>
                        <a:pathLst>
                          <a:path w="3145134" h="3125038">
                            <a:moveTo>
                              <a:pt x="0" y="0"/>
                            </a:moveTo>
                            <a:cubicBezTo>
                              <a:pt x="3350" y="1041679"/>
                              <a:pt x="6699" y="2083359"/>
                              <a:pt x="10049" y="3125038"/>
                            </a:cubicBezTo>
                            <a:lnTo>
                              <a:pt x="3145134" y="3114989"/>
                            </a:lnTo>
                            <a:lnTo>
                              <a:pt x="3145134" y="2270928"/>
                            </a:lnTo>
                            <a:lnTo>
                              <a:pt x="0" y="0"/>
                            </a:lnTo>
                            <a:close/>
                          </a:path>
                        </a:pathLst>
                      </a:custGeom>
                      <a:solidFill>
                        <a:srgbClr val="00B050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</p:grpSp>
                <p:cxnSp>
                  <p:nvCxnSpPr>
                    <p:cNvPr id="154" name="Gerade Verbindung 87">
                      <a:extLst>
                        <a:ext uri="{FF2B5EF4-FFF2-40B4-BE49-F238E27FC236}">
                          <a16:creationId xmlns:a16="http://schemas.microsoft.com/office/drawing/2014/main" id="{EC2B6228-C6F1-3F17-939D-82749221CE35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572613" y="4146828"/>
                      <a:ext cx="264050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5" name="Gerade Verbindung 88">
                      <a:extLst>
                        <a:ext uri="{FF2B5EF4-FFF2-40B4-BE49-F238E27FC236}">
                          <a16:creationId xmlns:a16="http://schemas.microsoft.com/office/drawing/2014/main" id="{B63D7157-11B8-6E4B-C764-2C5589D231C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600091" y="4146828"/>
                      <a:ext cx="264050" cy="0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6" name="Gerade Verbindung 89">
                      <a:extLst>
                        <a:ext uri="{FF2B5EF4-FFF2-40B4-BE49-F238E27FC236}">
                          <a16:creationId xmlns:a16="http://schemas.microsoft.com/office/drawing/2014/main" id="{7E78AFA8-D9B6-CF41-CAEA-42E59127CD4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691324" y="4235267"/>
                      <a:ext cx="0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7" name="Gerade Verbindung 90">
                      <a:extLst>
                        <a:ext uri="{FF2B5EF4-FFF2-40B4-BE49-F238E27FC236}">
                          <a16:creationId xmlns:a16="http://schemas.microsoft.com/office/drawing/2014/main" id="{B3ED3E5C-A62F-896A-C888-58F29FBFA33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691324" y="3973148"/>
                      <a:ext cx="0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8" name="Gerade Verbindung 91">
                      <a:extLst>
                        <a:ext uri="{FF2B5EF4-FFF2-40B4-BE49-F238E27FC236}">
                          <a16:creationId xmlns:a16="http://schemas.microsoft.com/office/drawing/2014/main" id="{FA1DD993-07E3-D99F-6C12-C92DD384D1AE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745403" y="4268361"/>
                      <a:ext cx="193550" cy="21453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59" name="Gerade Verbindung 92">
                      <a:extLst>
                        <a:ext uri="{FF2B5EF4-FFF2-40B4-BE49-F238E27FC236}">
                          <a16:creationId xmlns:a16="http://schemas.microsoft.com/office/drawing/2014/main" id="{5056BBEB-EAEF-32CE-2F43-0F308757E6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>
                      <a:off x="8745403" y="3808830"/>
                      <a:ext cx="193550" cy="21453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0" name="Gerade Verbindung 93">
                      <a:extLst>
                        <a:ext uri="{FF2B5EF4-FFF2-40B4-BE49-F238E27FC236}">
                          <a16:creationId xmlns:a16="http://schemas.microsoft.com/office/drawing/2014/main" id="{5DC903A9-8828-E7A6-B717-6F7DD8302F70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834239" y="3557205"/>
                      <a:ext cx="103048" cy="87172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1" name="Gerade Verbindung 94">
                      <a:extLst>
                        <a:ext uri="{FF2B5EF4-FFF2-40B4-BE49-F238E27FC236}">
                          <a16:creationId xmlns:a16="http://schemas.microsoft.com/office/drawing/2014/main" id="{5F1EEBA8-AD21-A94C-5CE5-F6A35D3BA386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283921" y="4262405"/>
                      <a:ext cx="0" cy="2874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  <p:cxnSp>
                  <p:nvCxnSpPr>
                    <p:cNvPr id="162" name="Gerade Verbindung 95">
                      <a:extLst>
                        <a:ext uri="{FF2B5EF4-FFF2-40B4-BE49-F238E27FC236}">
                          <a16:creationId xmlns:a16="http://schemas.microsoft.com/office/drawing/2014/main" id="{1B4DD144-A523-3345-4CB8-1F917A46DA72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>
                    <a:xfrm rot="5400000" flipH="1">
                      <a:off x="8283454" y="4012133"/>
                      <a:ext cx="0" cy="28744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grpSp>
                <p:nvGrpSpPr>
                  <p:cNvPr id="130" name="Gruppieren 129">
                    <a:extLst>
                      <a:ext uri="{FF2B5EF4-FFF2-40B4-BE49-F238E27FC236}">
                        <a16:creationId xmlns:a16="http://schemas.microsoft.com/office/drawing/2014/main" id="{124BE938-CAB8-5AA2-D3D7-DAFF995C15BC}"/>
                      </a:ext>
                    </a:extLst>
                  </p:cNvPr>
                  <p:cNvGrpSpPr/>
                  <p:nvPr/>
                </p:nvGrpSpPr>
                <p:grpSpPr>
                  <a:xfrm>
                    <a:off x="5452710" y="3309425"/>
                    <a:ext cx="119477" cy="234877"/>
                    <a:chOff x="4895526" y="1350699"/>
                    <a:chExt cx="150422" cy="284556"/>
                  </a:xfrm>
                </p:grpSpPr>
                <p:sp>
                  <p:nvSpPr>
                    <p:cNvPr id="149" name="Oval 113">
                      <a:extLst>
                        <a:ext uri="{FF2B5EF4-FFF2-40B4-BE49-F238E27FC236}">
                          <a16:creationId xmlns:a16="http://schemas.microsoft.com/office/drawing/2014/main" id="{89535B94-0165-61C0-6A15-00414FAC12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4895526" y="1505356"/>
                      <a:ext cx="150422" cy="129899"/>
                    </a:xfrm>
                    <a:prstGeom prst="ellipse">
                      <a:avLst/>
                    </a:prstGeom>
                    <a:solidFill>
                      <a:srgbClr val="00B05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cxnSp>
                  <p:nvCxnSpPr>
                    <p:cNvPr id="150" name="Gerade Verbindung 115">
                      <a:extLst>
                        <a:ext uri="{FF2B5EF4-FFF2-40B4-BE49-F238E27FC236}">
                          <a16:creationId xmlns:a16="http://schemas.microsoft.com/office/drawing/2014/main" id="{17D54834-D0D5-52E7-5134-25B35EED0648}"/>
                        </a:ext>
                      </a:extLst>
                    </p:cNvPr>
                    <p:cNvCxnSpPr>
                      <a:cxnSpLocks/>
                      <a:endCxn id="149" idx="0"/>
                    </p:cNvCxnSpPr>
                    <p:nvPr/>
                  </p:nvCxnSpPr>
                  <p:spPr>
                    <a:xfrm>
                      <a:off x="4970737" y="1350699"/>
                      <a:ext cx="0" cy="154657"/>
                    </a:xfrm>
                    <a:prstGeom prst="line">
                      <a:avLst/>
                    </a:prstGeom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/>
                    </a:lnRef>
                    <a:fillRef idx="0">
                      <a:schemeClr val="accent1"/>
                    </a:fillRef>
                    <a:effectRef idx="1">
                      <a:schemeClr val="accent1"/>
                    </a:effectRef>
                    <a:fontRef idx="minor">
                      <a:schemeClr val="tx1"/>
                    </a:fontRef>
                  </p:style>
                </p:cxnSp>
              </p:grpSp>
              <p:sp>
                <p:nvSpPr>
                  <p:cNvPr id="131" name="Textfeld 130">
                    <a:extLst>
                      <a:ext uri="{FF2B5EF4-FFF2-40B4-BE49-F238E27FC236}">
                        <a16:creationId xmlns:a16="http://schemas.microsoft.com/office/drawing/2014/main" id="{F85BB4F0-2A4C-A759-08DF-6E69284A6E1F}"/>
                      </a:ext>
                    </a:extLst>
                  </p:cNvPr>
                  <p:cNvSpPr txBox="1"/>
                  <p:nvPr/>
                </p:nvSpPr>
                <p:spPr>
                  <a:xfrm>
                    <a:off x="5062198" y="2851563"/>
                    <a:ext cx="1147755" cy="292697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r>
                      <a:rPr lang="el-GR" sz="750" dirty="0"/>
                      <a:t>α</a:t>
                    </a:r>
                    <a:r>
                      <a:rPr lang="de-DE" sz="750" dirty="0"/>
                      <a:t>CD3 </a:t>
                    </a:r>
                    <a:r>
                      <a:rPr lang="de-DE" sz="750" dirty="0" err="1"/>
                      <a:t>matched</a:t>
                    </a:r>
                    <a:endParaRPr lang="de-DE" sz="750" dirty="0"/>
                  </a:p>
                </p:txBody>
              </p:sp>
              <p:sp>
                <p:nvSpPr>
                  <p:cNvPr id="132" name="Textfeld 131">
                    <a:extLst>
                      <a:ext uri="{FF2B5EF4-FFF2-40B4-BE49-F238E27FC236}">
                        <a16:creationId xmlns:a16="http://schemas.microsoft.com/office/drawing/2014/main" id="{56FFEA75-56E8-4F8F-6ED4-783212C8129E}"/>
                      </a:ext>
                    </a:extLst>
                  </p:cNvPr>
                  <p:cNvSpPr txBox="1"/>
                  <p:nvPr/>
                </p:nvSpPr>
                <p:spPr>
                  <a:xfrm>
                    <a:off x="5343795" y="4425590"/>
                    <a:ext cx="551861" cy="276999"/>
                  </a:xfrm>
                  <a:prstGeom prst="rect">
                    <a:avLst/>
                  </a:prstGeom>
                  <a:noFill/>
                </p:spPr>
                <p:txBody>
                  <a:bodyPr wrap="none" rtlCol="0">
                    <a:spAutoFit/>
                  </a:bodyPr>
                  <a:lstStyle/>
                  <a:p>
                    <a:pPr algn="ctr"/>
                    <a:r>
                      <a: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rPr>
                      <a:t>T cell</a:t>
                    </a:r>
                  </a:p>
                </p:txBody>
              </p:sp>
              <p:grpSp>
                <p:nvGrpSpPr>
                  <p:cNvPr id="133" name="Gruppieren 132">
                    <a:extLst>
                      <a:ext uri="{FF2B5EF4-FFF2-40B4-BE49-F238E27FC236}">
                        <a16:creationId xmlns:a16="http://schemas.microsoft.com/office/drawing/2014/main" id="{640F2C5B-B283-2017-12A4-4027554245B4}"/>
                      </a:ext>
                    </a:extLst>
                  </p:cNvPr>
                  <p:cNvGrpSpPr/>
                  <p:nvPr/>
                </p:nvGrpSpPr>
                <p:grpSpPr>
                  <a:xfrm rot="3845854">
                    <a:off x="5289482" y="4137198"/>
                    <a:ext cx="527823" cy="358256"/>
                    <a:chOff x="5231874" y="4197845"/>
                    <a:chExt cx="527823" cy="358256"/>
                  </a:xfrm>
                </p:grpSpPr>
                <p:grpSp>
                  <p:nvGrpSpPr>
                    <p:cNvPr id="145" name="Gruppieren 144">
                      <a:extLst>
                        <a:ext uri="{FF2B5EF4-FFF2-40B4-BE49-F238E27FC236}">
                          <a16:creationId xmlns:a16="http://schemas.microsoft.com/office/drawing/2014/main" id="{FD840716-1694-EDD5-3420-5128DA8B5118}"/>
                        </a:ext>
                      </a:extLst>
                    </p:cNvPr>
                    <p:cNvGrpSpPr/>
                    <p:nvPr/>
                  </p:nvGrpSpPr>
                  <p:grpSpPr>
                    <a:xfrm rot="17894886">
                      <a:off x="5314767" y="4114952"/>
                      <a:ext cx="124161" cy="289947"/>
                      <a:chOff x="7019165" y="3872008"/>
                      <a:chExt cx="124679" cy="321722"/>
                    </a:xfrm>
                  </p:grpSpPr>
                  <p:sp>
                    <p:nvSpPr>
                      <p:cNvPr id="147" name="Oval 110">
                        <a:extLst>
                          <a:ext uri="{FF2B5EF4-FFF2-40B4-BE49-F238E27FC236}">
                            <a16:creationId xmlns:a16="http://schemas.microsoft.com/office/drawing/2014/main" id="{88FBCDDE-018F-4247-CD5B-4A26086E58EA}"/>
                          </a:ext>
                        </a:extLst>
                      </p:cNvPr>
                      <p:cNvSpPr/>
                      <p:nvPr/>
                    </p:nvSpPr>
                    <p:spPr>
                      <a:xfrm>
                        <a:off x="7019165" y="3872008"/>
                        <a:ext cx="124679" cy="114483"/>
                      </a:xfrm>
                      <a:prstGeom prst="ellipse">
                        <a:avLst/>
                      </a:prstGeom>
                      <a:solidFill>
                        <a:srgbClr val="C00000"/>
                      </a:solidFill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>
                          <a:shade val="15000"/>
                        </a:schemeClr>
                      </a:lnRef>
                      <a:fillRef idx="1">
                        <a:schemeClr val="accent1"/>
                      </a:fillRef>
                      <a:effectRef idx="0">
                        <a:schemeClr val="accent1"/>
                      </a:effectRef>
                      <a:fontRef idx="minor">
                        <a:schemeClr val="lt1"/>
                      </a:fontRef>
                    </p:style>
                    <p:txBody>
                      <a:bodyPr rtlCol="0" anchor="ctr"/>
                      <a:lstStyle/>
                      <a:p>
                        <a:pPr algn="ctr"/>
                        <a:endParaRPr lang="de-US" sz="750" dirty="0">
                          <a:latin typeface="Arial" panose="020B0604020202020204" pitchFamily="34" charset="0"/>
                          <a:cs typeface="Arial" panose="020B0604020202020204" pitchFamily="34" charset="0"/>
                        </a:endParaRPr>
                      </a:p>
                    </p:txBody>
                  </p:sp>
                  <p:cxnSp>
                    <p:nvCxnSpPr>
                      <p:cNvPr id="148" name="Gerade Verbindung 120">
                        <a:extLst>
                          <a:ext uri="{FF2B5EF4-FFF2-40B4-BE49-F238E27FC236}">
                            <a16:creationId xmlns:a16="http://schemas.microsoft.com/office/drawing/2014/main" id="{62C6D61B-7EE8-4CD7-F650-02FDCEBE96ED}"/>
                          </a:ext>
                        </a:extLst>
                      </p:cNvPr>
                      <p:cNvCxnSpPr>
                        <a:cxnSpLocks/>
                      </p:cNvCxnSpPr>
                      <p:nvPr/>
                    </p:nvCxnSpPr>
                    <p:spPr>
                      <a:xfrm flipH="1">
                        <a:off x="7081504" y="3947229"/>
                        <a:ext cx="1" cy="246501"/>
                      </a:xfrm>
                      <a:prstGeom prst="line">
                        <a:avLst/>
                      </a:prstGeom>
                      <a:ln w="6350">
                        <a:solidFill>
                          <a:schemeClr val="tx1"/>
                        </a:solidFill>
                      </a:ln>
                    </p:spPr>
                    <p:style>
                      <a:lnRef idx="2">
                        <a:schemeClr val="accent1"/>
                      </a:lnRef>
                      <a:fillRef idx="0">
                        <a:schemeClr val="accent1"/>
                      </a:fillRef>
                      <a:effectRef idx="1">
                        <a:schemeClr val="accent1"/>
                      </a:effectRef>
                      <a:fontRef idx="minor">
                        <a:schemeClr val="tx1"/>
                      </a:fontRef>
                    </p:style>
                  </p:cxnSp>
                </p:grpSp>
                <p:sp>
                  <p:nvSpPr>
                    <p:cNvPr id="146" name="Halbbogen 145">
                      <a:extLst>
                        <a:ext uri="{FF2B5EF4-FFF2-40B4-BE49-F238E27FC236}">
                          <a16:creationId xmlns:a16="http://schemas.microsoft.com/office/drawing/2014/main" id="{0B499C17-D4E4-240F-5010-D4B88F01A25C}"/>
                        </a:ext>
                      </a:extLst>
                    </p:cNvPr>
                    <p:cNvSpPr/>
                    <p:nvPr/>
                  </p:nvSpPr>
                  <p:spPr>
                    <a:xfrm rot="7011863" flipV="1">
                      <a:off x="5465775" y="4262179"/>
                      <a:ext cx="311385" cy="276459"/>
                    </a:xfrm>
                    <a:prstGeom prst="blockArc">
                      <a:avLst>
                        <a:gd name="adj1" fmla="val 10800000"/>
                        <a:gd name="adj2" fmla="val 108277"/>
                        <a:gd name="adj3" fmla="val 49569"/>
                      </a:avLst>
                    </a:prstGeom>
                    <a:solidFill>
                      <a:srgbClr val="FF0000"/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solidFill>
                          <a:schemeClr val="tx1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34" name="Oval 114">
                    <a:extLst>
                      <a:ext uri="{FF2B5EF4-FFF2-40B4-BE49-F238E27FC236}">
                        <a16:creationId xmlns:a16="http://schemas.microsoft.com/office/drawing/2014/main" id="{419D25C2-043B-55E2-576D-6C2289FFCE67}"/>
                      </a:ext>
                    </a:extLst>
                  </p:cNvPr>
                  <p:cNvSpPr/>
                  <p:nvPr/>
                </p:nvSpPr>
                <p:spPr>
                  <a:xfrm>
                    <a:off x="5670912" y="3442940"/>
                    <a:ext cx="118800" cy="108000"/>
                  </a:xfrm>
                  <a:prstGeom prst="ellipse">
                    <a:avLst/>
                  </a:prstGeom>
                  <a:solidFill>
                    <a:srgbClr val="4254B6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35" name="Gerade Verbindung 119">
                    <a:extLst>
                      <a:ext uri="{FF2B5EF4-FFF2-40B4-BE49-F238E27FC236}">
                        <a16:creationId xmlns:a16="http://schemas.microsoft.com/office/drawing/2014/main" id="{C2256227-350A-AA1E-008D-2B53B21E8EEA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>
                    <a:off x="5740147" y="3326519"/>
                    <a:ext cx="0" cy="14630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  <p:sp>
                <p:nvSpPr>
                  <p:cNvPr id="136" name="Halbbogen 135">
                    <a:extLst>
                      <a:ext uri="{FF2B5EF4-FFF2-40B4-BE49-F238E27FC236}">
                        <a16:creationId xmlns:a16="http://schemas.microsoft.com/office/drawing/2014/main" id="{491E4271-D8ED-E9E3-B09B-3E424DD79F3D}"/>
                      </a:ext>
                    </a:extLst>
                  </p:cNvPr>
                  <p:cNvSpPr/>
                  <p:nvPr/>
                </p:nvSpPr>
                <p:spPr>
                  <a:xfrm flipV="1">
                    <a:off x="5335161" y="2929149"/>
                    <a:ext cx="569131" cy="412677"/>
                  </a:xfrm>
                  <a:prstGeom prst="blockArc">
                    <a:avLst>
                      <a:gd name="adj1" fmla="val 10800000"/>
                      <a:gd name="adj2" fmla="val 85231"/>
                      <a:gd name="adj3" fmla="val 49351"/>
                    </a:avLst>
                  </a:prstGeom>
                  <a:gradFill>
                    <a:gsLst>
                      <a:gs pos="23000">
                        <a:schemeClr val="accent3">
                          <a:lumMod val="75000"/>
                        </a:schemeClr>
                      </a:gs>
                      <a:gs pos="44000">
                        <a:srgbClr val="00B050"/>
                      </a:gs>
                      <a:gs pos="73000">
                        <a:schemeClr val="accent1">
                          <a:lumMod val="45000"/>
                          <a:lumOff val="55000"/>
                        </a:schemeClr>
                      </a:gs>
                      <a:gs pos="100000">
                        <a:schemeClr val="accent1">
                          <a:lumMod val="30000"/>
                          <a:lumOff val="70000"/>
                        </a:schemeClr>
                      </a:gs>
                    </a:gsLst>
                    <a:lin ang="1200000" scaled="0"/>
                  </a:gra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solidFill>
                        <a:schemeClr val="tx1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grpSp>
                <p:nvGrpSpPr>
                  <p:cNvPr id="137" name="Gruppieren 136">
                    <a:extLst>
                      <a:ext uri="{FF2B5EF4-FFF2-40B4-BE49-F238E27FC236}">
                        <a16:creationId xmlns:a16="http://schemas.microsoft.com/office/drawing/2014/main" id="{7B316869-E902-3729-B7C2-BD053842B3A4}"/>
                      </a:ext>
                    </a:extLst>
                  </p:cNvPr>
                  <p:cNvGrpSpPr/>
                  <p:nvPr/>
                </p:nvGrpSpPr>
                <p:grpSpPr>
                  <a:xfrm>
                    <a:off x="5230302" y="4220381"/>
                    <a:ext cx="359061" cy="389277"/>
                    <a:chOff x="5230302" y="4220381"/>
                    <a:chExt cx="359061" cy="389277"/>
                  </a:xfrm>
                </p:grpSpPr>
                <p:sp>
                  <p:nvSpPr>
                    <p:cNvPr id="142" name="Bogen 141">
                      <a:extLst>
                        <a:ext uri="{FF2B5EF4-FFF2-40B4-BE49-F238E27FC236}">
                          <a16:creationId xmlns:a16="http://schemas.microsoft.com/office/drawing/2014/main" id="{52A6B246-52E7-D60B-7EBD-41B3D51B133C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351466" y="4310174"/>
                      <a:ext cx="244025" cy="230832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3" name="Bogen 142">
                      <a:extLst>
                        <a:ext uri="{FF2B5EF4-FFF2-40B4-BE49-F238E27FC236}">
                          <a16:creationId xmlns:a16="http://schemas.microsoft.com/office/drawing/2014/main" id="{3A4E39EB-15F1-2D5A-3420-12251A7E8423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282326" y="4280578"/>
                      <a:ext cx="318324" cy="290022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4" name="Bogen 143">
                      <a:extLst>
                        <a:ext uri="{FF2B5EF4-FFF2-40B4-BE49-F238E27FC236}">
                          <a16:creationId xmlns:a16="http://schemas.microsoft.com/office/drawing/2014/main" id="{E204C7F1-403C-E354-1F70-0343EF366384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215194" y="4235489"/>
                      <a:ext cx="389277" cy="359061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grpSp>
                <p:nvGrpSpPr>
                  <p:cNvPr id="138" name="Gruppieren 137">
                    <a:extLst>
                      <a:ext uri="{FF2B5EF4-FFF2-40B4-BE49-F238E27FC236}">
                        <a16:creationId xmlns:a16="http://schemas.microsoft.com/office/drawing/2014/main" id="{5FC1F2C7-EB5E-D92C-56C6-27B20CE8DCC4}"/>
                      </a:ext>
                    </a:extLst>
                  </p:cNvPr>
                  <p:cNvGrpSpPr/>
                  <p:nvPr/>
                </p:nvGrpSpPr>
                <p:grpSpPr>
                  <a:xfrm flipH="1">
                    <a:off x="5610181" y="4201694"/>
                    <a:ext cx="359061" cy="389277"/>
                    <a:chOff x="5230302" y="4220381"/>
                    <a:chExt cx="359061" cy="389277"/>
                  </a:xfrm>
                </p:grpSpPr>
                <p:sp>
                  <p:nvSpPr>
                    <p:cNvPr id="139" name="Bogen 138">
                      <a:extLst>
                        <a:ext uri="{FF2B5EF4-FFF2-40B4-BE49-F238E27FC236}">
                          <a16:creationId xmlns:a16="http://schemas.microsoft.com/office/drawing/2014/main" id="{7CDCF984-7D90-BD50-6766-3345CAD19530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351466" y="4310174"/>
                      <a:ext cx="244025" cy="230832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0" name="Bogen 139">
                      <a:extLst>
                        <a:ext uri="{FF2B5EF4-FFF2-40B4-BE49-F238E27FC236}">
                          <a16:creationId xmlns:a16="http://schemas.microsoft.com/office/drawing/2014/main" id="{3DE03836-E333-C924-3BBF-C4E6069A0BA2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282326" y="4280578"/>
                      <a:ext cx="318324" cy="290022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41" name="Bogen 140">
                      <a:extLst>
                        <a:ext uri="{FF2B5EF4-FFF2-40B4-BE49-F238E27FC236}">
                          <a16:creationId xmlns:a16="http://schemas.microsoft.com/office/drawing/2014/main" id="{8E613747-6C39-0231-16C9-F49AA4E721A3}"/>
                        </a:ext>
                      </a:extLst>
                    </p:cNvPr>
                    <p:cNvSpPr/>
                    <p:nvPr/>
                  </p:nvSpPr>
                  <p:spPr>
                    <a:xfrm rot="14655976">
                      <a:off x="5215194" y="4235489"/>
                      <a:ext cx="389277" cy="359061"/>
                    </a:xfrm>
                    <a:prstGeom prst="arc">
                      <a:avLst/>
                    </a:prstGeom>
                  </p:spPr>
                  <p:style>
                    <a:lnRef idx="1">
                      <a:schemeClr val="accent5"/>
                    </a:lnRef>
                    <a:fillRef idx="0">
                      <a:schemeClr val="accent5"/>
                    </a:fillRef>
                    <a:effectRef idx="0">
                      <a:schemeClr val="accent5"/>
                    </a:effectRef>
                    <a:fontRef idx="minor">
                      <a:schemeClr val="tx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DE" sz="750">
                        <a:ln>
                          <a:solidFill>
                            <a:srgbClr val="FF0000"/>
                          </a:solidFill>
                        </a:ln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</p:grpSp>
            <p:sp>
              <p:nvSpPr>
                <p:cNvPr id="126" name="Textfeld 125">
                  <a:extLst>
                    <a:ext uri="{FF2B5EF4-FFF2-40B4-BE49-F238E27FC236}">
                      <a16:creationId xmlns:a16="http://schemas.microsoft.com/office/drawing/2014/main" id="{689D2D93-0BEA-9DB6-B0A2-3F0513DE1ABA}"/>
                    </a:ext>
                  </a:extLst>
                </p:cNvPr>
                <p:cNvSpPr txBox="1"/>
                <p:nvPr/>
              </p:nvSpPr>
              <p:spPr>
                <a:xfrm>
                  <a:off x="553902" y="4975946"/>
                  <a:ext cx="833828" cy="292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pPr algn="r"/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VH</a:t>
                  </a:r>
                  <a:r>
                    <a:rPr lang="el-GR" sz="75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 α</a:t>
                  </a:r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CD3</a:t>
                  </a:r>
                  <a:endParaRPr lang="de-US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7" name="Textfeld 126">
                  <a:extLst>
                    <a:ext uri="{FF2B5EF4-FFF2-40B4-BE49-F238E27FC236}">
                      <a16:creationId xmlns:a16="http://schemas.microsoft.com/office/drawing/2014/main" id="{91A40934-210D-AB66-FA60-68D8025BE63E}"/>
                    </a:ext>
                  </a:extLst>
                </p:cNvPr>
                <p:cNvSpPr txBox="1"/>
                <p:nvPr/>
              </p:nvSpPr>
              <p:spPr>
                <a:xfrm>
                  <a:off x="1568807" y="4959676"/>
                  <a:ext cx="811242" cy="292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VL</a:t>
                  </a:r>
                  <a:r>
                    <a:rPr lang="el-GR" sz="750" dirty="0">
                      <a:solidFill>
                        <a:srgbClr val="000000"/>
                      </a:solidFill>
                      <a:latin typeface="Arial" panose="020B0604020202020204" pitchFamily="34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 </a:t>
                  </a:r>
                  <a:r>
                    <a:rPr lang="el-GR" sz="75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α</a:t>
                  </a:r>
                  <a:r>
                    <a:rPr lang="de-DE" sz="750" dirty="0">
                      <a:solidFill>
                        <a:srgbClr val="FF0000"/>
                      </a:solidFill>
                      <a:latin typeface="Arial" panose="020B0604020202020204" pitchFamily="34" charset="0"/>
                      <a:ea typeface="Aptos" panose="020B0004020202020204" pitchFamily="34" charset="0"/>
                      <a:cs typeface="Times New Roman" panose="02020603050405020304" pitchFamily="18" charset="0"/>
                    </a:rPr>
                    <a:t>CD3</a:t>
                  </a:r>
                  <a:endParaRPr lang="de-US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27" name="Gruppieren 26">
                <a:extLst>
                  <a:ext uri="{FF2B5EF4-FFF2-40B4-BE49-F238E27FC236}">
                    <a16:creationId xmlns:a16="http://schemas.microsoft.com/office/drawing/2014/main" id="{1F8F572F-B8D9-6B5B-6E47-24F9DCBAF98A}"/>
                  </a:ext>
                </a:extLst>
              </p:cNvPr>
              <p:cNvGrpSpPr/>
              <p:nvPr/>
            </p:nvGrpSpPr>
            <p:grpSpPr>
              <a:xfrm rot="19003130">
                <a:off x="3224035" y="4847682"/>
                <a:ext cx="251084" cy="153626"/>
                <a:chOff x="4774398" y="3087714"/>
                <a:chExt cx="1086591" cy="680700"/>
              </a:xfrm>
            </p:grpSpPr>
            <p:sp>
              <p:nvSpPr>
                <p:cNvPr id="123" name="Freihandform 75">
                  <a:extLst>
                    <a:ext uri="{FF2B5EF4-FFF2-40B4-BE49-F238E27FC236}">
                      <a16:creationId xmlns:a16="http://schemas.microsoft.com/office/drawing/2014/main" id="{CC68ACA3-CD8B-ED1B-AF7A-10B02BB834EF}"/>
                    </a:ext>
                  </a:extLst>
                </p:cNvPr>
                <p:cNvSpPr/>
                <p:nvPr/>
              </p:nvSpPr>
              <p:spPr>
                <a:xfrm>
                  <a:off x="4774398" y="3087714"/>
                  <a:ext cx="501007" cy="678828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4" name="Freihandform 76">
                  <a:extLst>
                    <a:ext uri="{FF2B5EF4-FFF2-40B4-BE49-F238E27FC236}">
                      <a16:creationId xmlns:a16="http://schemas.microsoft.com/office/drawing/2014/main" id="{74A172C6-B94A-D583-FACF-32C3451B77D6}"/>
                    </a:ext>
                  </a:extLst>
                </p:cNvPr>
                <p:cNvSpPr/>
                <p:nvPr/>
              </p:nvSpPr>
              <p:spPr>
                <a:xfrm flipH="1">
                  <a:off x="5359983" y="3089585"/>
                  <a:ext cx="501006" cy="678829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982A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28" name="Gerade Verbindung 70">
                <a:extLst>
                  <a:ext uri="{FF2B5EF4-FFF2-40B4-BE49-F238E27FC236}">
                    <a16:creationId xmlns:a16="http://schemas.microsoft.com/office/drawing/2014/main" id="{1B6F7E5D-2CA7-48EC-C9D3-5F9804CEA8C0}"/>
                  </a:ext>
                </a:extLst>
              </p:cNvPr>
              <p:cNvCxnSpPr>
                <a:cxnSpLocks/>
              </p:cNvCxnSpPr>
              <p:nvPr/>
            </p:nvCxnSpPr>
            <p:spPr>
              <a:xfrm rot="16480412">
                <a:off x="3343784" y="5168003"/>
                <a:ext cx="62434" cy="7646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Gerade Verbindung 71">
                <a:extLst>
                  <a:ext uri="{FF2B5EF4-FFF2-40B4-BE49-F238E27FC236}">
                    <a16:creationId xmlns:a16="http://schemas.microsoft.com/office/drawing/2014/main" id="{6F533E54-5795-0876-B98A-A5F65A26A712}"/>
                  </a:ext>
                </a:extLst>
              </p:cNvPr>
              <p:cNvCxnSpPr>
                <a:cxnSpLocks/>
              </p:cNvCxnSpPr>
              <p:nvPr/>
            </p:nvCxnSpPr>
            <p:spPr>
              <a:xfrm rot="16480412" flipH="1">
                <a:off x="3355862" y="5020264"/>
                <a:ext cx="62434" cy="7646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Gerade Verbindung 72">
                <a:extLst>
                  <a:ext uri="{FF2B5EF4-FFF2-40B4-BE49-F238E27FC236}">
                    <a16:creationId xmlns:a16="http://schemas.microsoft.com/office/drawing/2014/main" id="{42D2590D-0227-3D43-B4C9-21BB8E23196F}"/>
                  </a:ext>
                </a:extLst>
              </p:cNvPr>
              <p:cNvCxnSpPr>
                <a:cxnSpLocks/>
              </p:cNvCxnSpPr>
              <p:nvPr/>
            </p:nvCxnSpPr>
            <p:spPr>
              <a:xfrm rot="16480412">
                <a:off x="3363262" y="4940326"/>
                <a:ext cx="33240" cy="3107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1" name="Freihandform 86">
                <a:extLst>
                  <a:ext uri="{FF2B5EF4-FFF2-40B4-BE49-F238E27FC236}">
                    <a16:creationId xmlns:a16="http://schemas.microsoft.com/office/drawing/2014/main" id="{484F5303-C889-8BAE-55D0-40F89D4D0FD5}"/>
                  </a:ext>
                </a:extLst>
              </p:cNvPr>
              <p:cNvSpPr/>
              <p:nvPr/>
            </p:nvSpPr>
            <p:spPr>
              <a:xfrm rot="11080412">
                <a:off x="3200992" y="5228792"/>
                <a:ext cx="127923" cy="138649"/>
              </a:xfrm>
              <a:custGeom>
                <a:avLst/>
                <a:gdLst>
                  <a:gd name="csX0" fmla="*/ 0 w 3145134"/>
                  <a:gd name="csY0" fmla="*/ 0 h 3125038"/>
                  <a:gd name="csX1" fmla="*/ 10049 w 3145134"/>
                  <a:gd name="csY1" fmla="*/ 3125038 h 3125038"/>
                  <a:gd name="csX2" fmla="*/ 3145134 w 3145134"/>
                  <a:gd name="csY2" fmla="*/ 3114989 h 3125038"/>
                  <a:gd name="csX3" fmla="*/ 3145134 w 3145134"/>
                  <a:gd name="csY3" fmla="*/ 2270928 h 3125038"/>
                  <a:gd name="csX4" fmla="*/ 0 w 3145134"/>
                  <a:gd name="csY4" fmla="*/ 0 h 3125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45134" h="3125038">
                    <a:moveTo>
                      <a:pt x="0" y="0"/>
                    </a:moveTo>
                    <a:cubicBezTo>
                      <a:pt x="3350" y="1041679"/>
                      <a:pt x="6699" y="2083359"/>
                      <a:pt x="10049" y="3125038"/>
                    </a:cubicBezTo>
                    <a:lnTo>
                      <a:pt x="3145134" y="3114989"/>
                    </a:lnTo>
                    <a:lnTo>
                      <a:pt x="3145134" y="22709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CE76C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noFill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32" name="Freihandform 65">
                <a:extLst>
                  <a:ext uri="{FF2B5EF4-FFF2-40B4-BE49-F238E27FC236}">
                    <a16:creationId xmlns:a16="http://schemas.microsoft.com/office/drawing/2014/main" id="{55E680AF-AEFC-04AB-6FAA-843855E5FCDD}"/>
                  </a:ext>
                </a:extLst>
              </p:cNvPr>
              <p:cNvSpPr/>
              <p:nvPr/>
            </p:nvSpPr>
            <p:spPr>
              <a:xfrm rot="10643584" flipH="1">
                <a:off x="3011100" y="5243249"/>
                <a:ext cx="123098" cy="144084"/>
              </a:xfrm>
              <a:custGeom>
                <a:avLst/>
                <a:gdLst>
                  <a:gd name="csX0" fmla="*/ 0 w 3145134"/>
                  <a:gd name="csY0" fmla="*/ 0 h 3125038"/>
                  <a:gd name="csX1" fmla="*/ 10049 w 3145134"/>
                  <a:gd name="csY1" fmla="*/ 3125038 h 3125038"/>
                  <a:gd name="csX2" fmla="*/ 3145134 w 3145134"/>
                  <a:gd name="csY2" fmla="*/ 3114989 h 3125038"/>
                  <a:gd name="csX3" fmla="*/ 3145134 w 3145134"/>
                  <a:gd name="csY3" fmla="*/ 2270928 h 3125038"/>
                  <a:gd name="csX4" fmla="*/ 0 w 3145134"/>
                  <a:gd name="csY4" fmla="*/ 0 h 3125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45134" h="3125038">
                    <a:moveTo>
                      <a:pt x="0" y="0"/>
                    </a:moveTo>
                    <a:cubicBezTo>
                      <a:pt x="3350" y="1041679"/>
                      <a:pt x="6699" y="2083359"/>
                      <a:pt x="10049" y="3125038"/>
                    </a:cubicBezTo>
                    <a:lnTo>
                      <a:pt x="3145134" y="3114989"/>
                    </a:lnTo>
                    <a:lnTo>
                      <a:pt x="3145134" y="22709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noFill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33" name="Gruppieren 32">
                <a:extLst>
                  <a:ext uri="{FF2B5EF4-FFF2-40B4-BE49-F238E27FC236}">
                    <a16:creationId xmlns:a16="http://schemas.microsoft.com/office/drawing/2014/main" id="{23C14BE9-7B63-1343-A133-D886E34D462E}"/>
                  </a:ext>
                </a:extLst>
              </p:cNvPr>
              <p:cNvGrpSpPr/>
              <p:nvPr/>
            </p:nvGrpSpPr>
            <p:grpSpPr>
              <a:xfrm rot="2877282" flipH="1">
                <a:off x="2883171" y="4845588"/>
                <a:ext cx="262410" cy="147425"/>
                <a:chOff x="4768216" y="3089585"/>
                <a:chExt cx="1092773" cy="678831"/>
              </a:xfrm>
            </p:grpSpPr>
            <p:sp>
              <p:nvSpPr>
                <p:cNvPr id="121" name="Freihandform 96">
                  <a:extLst>
                    <a:ext uri="{FF2B5EF4-FFF2-40B4-BE49-F238E27FC236}">
                      <a16:creationId xmlns:a16="http://schemas.microsoft.com/office/drawing/2014/main" id="{D2869563-9506-4282-537F-F0C869E7FC45}"/>
                    </a:ext>
                  </a:extLst>
                </p:cNvPr>
                <p:cNvSpPr/>
                <p:nvPr/>
              </p:nvSpPr>
              <p:spPr>
                <a:xfrm>
                  <a:off x="4768216" y="3089587"/>
                  <a:ext cx="501006" cy="678829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chemeClr val="accent6">
                    <a:lumMod val="75000"/>
                  </a:schemeClr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22" name="Freihandform 97">
                  <a:extLst>
                    <a:ext uri="{FF2B5EF4-FFF2-40B4-BE49-F238E27FC236}">
                      <a16:creationId xmlns:a16="http://schemas.microsoft.com/office/drawing/2014/main" id="{251A9460-E843-D03A-092D-8ED6E7D42E24}"/>
                    </a:ext>
                  </a:extLst>
                </p:cNvPr>
                <p:cNvSpPr/>
                <p:nvPr/>
              </p:nvSpPr>
              <p:spPr>
                <a:xfrm flipH="1">
                  <a:off x="5359983" y="3089585"/>
                  <a:ext cx="501006" cy="678829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00B05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34" name="Gerade Verbindung 91">
                <a:extLst>
                  <a:ext uri="{FF2B5EF4-FFF2-40B4-BE49-F238E27FC236}">
                    <a16:creationId xmlns:a16="http://schemas.microsoft.com/office/drawing/2014/main" id="{B5BC32C9-0610-A6CC-1CE4-52B9CB61E3D8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935105" y="5171484"/>
                <a:ext cx="64881" cy="73583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5" name="Gerade Verbindung 92">
                <a:extLst>
                  <a:ext uri="{FF2B5EF4-FFF2-40B4-BE49-F238E27FC236}">
                    <a16:creationId xmlns:a16="http://schemas.microsoft.com/office/drawing/2014/main" id="{8FA00192-FCA5-D073-5151-44E562EE05CA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>
                <a:off x="2935105" y="5017442"/>
                <a:ext cx="64881" cy="73583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Gerade Verbindung 93">
                <a:extLst>
                  <a:ext uri="{FF2B5EF4-FFF2-40B4-BE49-F238E27FC236}">
                    <a16:creationId xmlns:a16="http://schemas.microsoft.com/office/drawing/2014/main" id="{612BF43A-1E13-D684-96CA-4538A0D97929}"/>
                  </a:ext>
                </a:extLst>
              </p:cNvPr>
              <p:cNvCxnSpPr>
                <a:cxnSpLocks/>
              </p:cNvCxnSpPr>
              <p:nvPr/>
            </p:nvCxnSpPr>
            <p:spPr>
              <a:xfrm rot="5400000" flipH="1">
                <a:off x="2965223" y="4933589"/>
                <a:ext cx="34543" cy="29899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7" name="Gruppieren 36">
                <a:extLst>
                  <a:ext uri="{FF2B5EF4-FFF2-40B4-BE49-F238E27FC236}">
                    <a16:creationId xmlns:a16="http://schemas.microsoft.com/office/drawing/2014/main" id="{EF55DBAA-5A81-3FE3-962E-132D3BE05476}"/>
                  </a:ext>
                </a:extLst>
              </p:cNvPr>
              <p:cNvGrpSpPr/>
              <p:nvPr/>
            </p:nvGrpSpPr>
            <p:grpSpPr>
              <a:xfrm>
                <a:off x="3011710" y="4634843"/>
                <a:ext cx="119477" cy="234877"/>
                <a:chOff x="4895526" y="1350699"/>
                <a:chExt cx="150422" cy="284556"/>
              </a:xfrm>
            </p:grpSpPr>
            <p:sp>
              <p:nvSpPr>
                <p:cNvPr id="119" name="Oval 113">
                  <a:extLst>
                    <a:ext uri="{FF2B5EF4-FFF2-40B4-BE49-F238E27FC236}">
                      <a16:creationId xmlns:a16="http://schemas.microsoft.com/office/drawing/2014/main" id="{1D76202F-64EF-3C65-C8A7-814EEF8EB44E}"/>
                    </a:ext>
                  </a:extLst>
                </p:cNvPr>
                <p:cNvSpPr/>
                <p:nvPr/>
              </p:nvSpPr>
              <p:spPr>
                <a:xfrm>
                  <a:off x="4895526" y="1505356"/>
                  <a:ext cx="150422" cy="129899"/>
                </a:xfrm>
                <a:prstGeom prst="ellipse">
                  <a:avLst/>
                </a:prstGeom>
                <a:solidFill>
                  <a:srgbClr val="00B05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120" name="Gerade Verbindung 115">
                  <a:extLst>
                    <a:ext uri="{FF2B5EF4-FFF2-40B4-BE49-F238E27FC236}">
                      <a16:creationId xmlns:a16="http://schemas.microsoft.com/office/drawing/2014/main" id="{9094960F-183C-032F-618D-CCE7474F08C6}"/>
                    </a:ext>
                  </a:extLst>
                </p:cNvPr>
                <p:cNvCxnSpPr>
                  <a:cxnSpLocks/>
                  <a:endCxn id="119" idx="0"/>
                </p:cNvCxnSpPr>
                <p:nvPr/>
              </p:nvCxnSpPr>
              <p:spPr>
                <a:xfrm>
                  <a:off x="4970737" y="1350699"/>
                  <a:ext cx="0" cy="15465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40" name="Gruppieren 39">
                <a:extLst>
                  <a:ext uri="{FF2B5EF4-FFF2-40B4-BE49-F238E27FC236}">
                    <a16:creationId xmlns:a16="http://schemas.microsoft.com/office/drawing/2014/main" id="{D28455D6-E98D-13DC-764F-9EF032A507CA}"/>
                  </a:ext>
                </a:extLst>
              </p:cNvPr>
              <p:cNvGrpSpPr/>
              <p:nvPr/>
            </p:nvGrpSpPr>
            <p:grpSpPr>
              <a:xfrm rot="3845854">
                <a:off x="2848482" y="5462616"/>
                <a:ext cx="527823" cy="358256"/>
                <a:chOff x="5231874" y="4197845"/>
                <a:chExt cx="527823" cy="358256"/>
              </a:xfrm>
            </p:grpSpPr>
            <p:grpSp>
              <p:nvGrpSpPr>
                <p:cNvPr id="115" name="Gruppieren 114">
                  <a:extLst>
                    <a:ext uri="{FF2B5EF4-FFF2-40B4-BE49-F238E27FC236}">
                      <a16:creationId xmlns:a16="http://schemas.microsoft.com/office/drawing/2014/main" id="{E3E3EE05-4A78-2CB9-65E5-263E511DC089}"/>
                    </a:ext>
                  </a:extLst>
                </p:cNvPr>
                <p:cNvGrpSpPr/>
                <p:nvPr/>
              </p:nvGrpSpPr>
              <p:grpSpPr>
                <a:xfrm rot="17894886">
                  <a:off x="5314767" y="4114952"/>
                  <a:ext cx="124161" cy="289947"/>
                  <a:chOff x="7019165" y="3872008"/>
                  <a:chExt cx="124679" cy="321722"/>
                </a:xfrm>
              </p:grpSpPr>
              <p:sp>
                <p:nvSpPr>
                  <p:cNvPr id="117" name="Oval 110">
                    <a:extLst>
                      <a:ext uri="{FF2B5EF4-FFF2-40B4-BE49-F238E27FC236}">
                        <a16:creationId xmlns:a16="http://schemas.microsoft.com/office/drawing/2014/main" id="{9A017EC3-449F-51C2-B3E8-3622C4ECEB48}"/>
                      </a:ext>
                    </a:extLst>
                  </p:cNvPr>
                  <p:cNvSpPr/>
                  <p:nvPr/>
                </p:nvSpPr>
                <p:spPr>
                  <a:xfrm>
                    <a:off x="7019165" y="3872008"/>
                    <a:ext cx="124679" cy="114483"/>
                  </a:xfrm>
                  <a:prstGeom prst="ellipse">
                    <a:avLst/>
                  </a:prstGeom>
                  <a:solidFill>
                    <a:srgbClr val="FFD653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118" name="Gerade Verbindung 120">
                    <a:extLst>
                      <a:ext uri="{FF2B5EF4-FFF2-40B4-BE49-F238E27FC236}">
                        <a16:creationId xmlns:a16="http://schemas.microsoft.com/office/drawing/2014/main" id="{40DBB56F-B15B-680B-D9FD-3D35DA044CB8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081504" y="3947229"/>
                    <a:ext cx="1" cy="24650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116" name="Halbbogen 115">
                  <a:extLst>
                    <a:ext uri="{FF2B5EF4-FFF2-40B4-BE49-F238E27FC236}">
                      <a16:creationId xmlns:a16="http://schemas.microsoft.com/office/drawing/2014/main" id="{C998BF83-0707-3FA7-DD3C-B189F5624837}"/>
                    </a:ext>
                  </a:extLst>
                </p:cNvPr>
                <p:cNvSpPr/>
                <p:nvPr/>
              </p:nvSpPr>
              <p:spPr>
                <a:xfrm rot="7011863" flipV="1">
                  <a:off x="5465775" y="4262179"/>
                  <a:ext cx="311385" cy="276459"/>
                </a:xfrm>
                <a:prstGeom prst="blockArc">
                  <a:avLst>
                    <a:gd name="adj1" fmla="val 10800000"/>
                    <a:gd name="adj2" fmla="val 108277"/>
                    <a:gd name="adj3" fmla="val 49569"/>
                  </a:avLst>
                </a:prstGeom>
                <a:solidFill>
                  <a:srgbClr val="FF000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1" name="Oval 114">
                <a:extLst>
                  <a:ext uri="{FF2B5EF4-FFF2-40B4-BE49-F238E27FC236}">
                    <a16:creationId xmlns:a16="http://schemas.microsoft.com/office/drawing/2014/main" id="{A40F6BF6-D7AD-4D0A-C759-9AA5EFC3965C}"/>
                  </a:ext>
                </a:extLst>
              </p:cNvPr>
              <p:cNvSpPr/>
              <p:nvPr/>
            </p:nvSpPr>
            <p:spPr>
              <a:xfrm>
                <a:off x="3229912" y="4768358"/>
                <a:ext cx="118800" cy="108000"/>
              </a:xfrm>
              <a:prstGeom prst="ellipse">
                <a:avLst/>
              </a:prstGeom>
              <a:solidFill>
                <a:srgbClr val="4254B6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42" name="Gerade Verbindung 119">
                <a:extLst>
                  <a:ext uri="{FF2B5EF4-FFF2-40B4-BE49-F238E27FC236}">
                    <a16:creationId xmlns:a16="http://schemas.microsoft.com/office/drawing/2014/main" id="{5CE46C07-A167-B1BA-2497-E9AF53A16D1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3299147" y="4651937"/>
                <a:ext cx="0" cy="14630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3" name="Halbbogen 42">
                <a:extLst>
                  <a:ext uri="{FF2B5EF4-FFF2-40B4-BE49-F238E27FC236}">
                    <a16:creationId xmlns:a16="http://schemas.microsoft.com/office/drawing/2014/main" id="{14B223AD-2AF0-7E17-DCD4-0CF5150DC67E}"/>
                  </a:ext>
                </a:extLst>
              </p:cNvPr>
              <p:cNvSpPr/>
              <p:nvPr/>
            </p:nvSpPr>
            <p:spPr>
              <a:xfrm flipV="1">
                <a:off x="2894161" y="4254567"/>
                <a:ext cx="569131" cy="412677"/>
              </a:xfrm>
              <a:prstGeom prst="blockArc">
                <a:avLst>
                  <a:gd name="adj1" fmla="val 10800000"/>
                  <a:gd name="adj2" fmla="val 108277"/>
                  <a:gd name="adj3" fmla="val 49569"/>
                </a:avLst>
              </a:prstGeom>
              <a:gradFill>
                <a:gsLst>
                  <a:gs pos="23000">
                    <a:schemeClr val="accent3">
                      <a:lumMod val="75000"/>
                    </a:schemeClr>
                  </a:gs>
                  <a:gs pos="44000">
                    <a:srgbClr val="00B050"/>
                  </a:gs>
                  <a:gs pos="7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20000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4" name="Gruppieren 43">
                <a:extLst>
                  <a:ext uri="{FF2B5EF4-FFF2-40B4-BE49-F238E27FC236}">
                    <a16:creationId xmlns:a16="http://schemas.microsoft.com/office/drawing/2014/main" id="{AAA0C07A-DD40-FA9E-3FB8-9B4F24553B17}"/>
                  </a:ext>
                </a:extLst>
              </p:cNvPr>
              <p:cNvGrpSpPr/>
              <p:nvPr/>
            </p:nvGrpSpPr>
            <p:grpSpPr>
              <a:xfrm>
                <a:off x="2789302" y="5545799"/>
                <a:ext cx="359061" cy="389277"/>
                <a:chOff x="5230302" y="4220381"/>
                <a:chExt cx="359061" cy="389277"/>
              </a:xfrm>
            </p:grpSpPr>
            <p:sp>
              <p:nvSpPr>
                <p:cNvPr id="112" name="Bogen 111">
                  <a:extLst>
                    <a:ext uri="{FF2B5EF4-FFF2-40B4-BE49-F238E27FC236}">
                      <a16:creationId xmlns:a16="http://schemas.microsoft.com/office/drawing/2014/main" id="{61E6E539-A2B6-176B-1122-6F0C767849D0}"/>
                    </a:ext>
                  </a:extLst>
                </p:cNvPr>
                <p:cNvSpPr/>
                <p:nvPr/>
              </p:nvSpPr>
              <p:spPr>
                <a:xfrm rot="14655976">
                  <a:off x="5351466" y="4310174"/>
                  <a:ext cx="244025" cy="230832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3" name="Bogen 112">
                  <a:extLst>
                    <a:ext uri="{FF2B5EF4-FFF2-40B4-BE49-F238E27FC236}">
                      <a16:creationId xmlns:a16="http://schemas.microsoft.com/office/drawing/2014/main" id="{434B837D-AAF4-8AA5-BE45-C41956FEC737}"/>
                    </a:ext>
                  </a:extLst>
                </p:cNvPr>
                <p:cNvSpPr/>
                <p:nvPr/>
              </p:nvSpPr>
              <p:spPr>
                <a:xfrm rot="14655976">
                  <a:off x="5282326" y="4280578"/>
                  <a:ext cx="318324" cy="290022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4" name="Bogen 113">
                  <a:extLst>
                    <a:ext uri="{FF2B5EF4-FFF2-40B4-BE49-F238E27FC236}">
                      <a16:creationId xmlns:a16="http://schemas.microsoft.com/office/drawing/2014/main" id="{B9641849-D554-6B3A-6223-5AB1EB00676B}"/>
                    </a:ext>
                  </a:extLst>
                </p:cNvPr>
                <p:cNvSpPr/>
                <p:nvPr/>
              </p:nvSpPr>
              <p:spPr>
                <a:xfrm rot="14655976">
                  <a:off x="5215194" y="4235489"/>
                  <a:ext cx="389277" cy="359061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grpSp>
            <p:nvGrpSpPr>
              <p:cNvPr id="45" name="Gruppieren 44">
                <a:extLst>
                  <a:ext uri="{FF2B5EF4-FFF2-40B4-BE49-F238E27FC236}">
                    <a16:creationId xmlns:a16="http://schemas.microsoft.com/office/drawing/2014/main" id="{6C6DBF20-F73C-412A-FE9A-5C31BA6ED2BB}"/>
                  </a:ext>
                </a:extLst>
              </p:cNvPr>
              <p:cNvGrpSpPr/>
              <p:nvPr/>
            </p:nvGrpSpPr>
            <p:grpSpPr>
              <a:xfrm flipH="1">
                <a:off x="3169181" y="5527112"/>
                <a:ext cx="359061" cy="389277"/>
                <a:chOff x="5230302" y="4220381"/>
                <a:chExt cx="359061" cy="389277"/>
              </a:xfrm>
            </p:grpSpPr>
            <p:sp>
              <p:nvSpPr>
                <p:cNvPr id="109" name="Bogen 108">
                  <a:extLst>
                    <a:ext uri="{FF2B5EF4-FFF2-40B4-BE49-F238E27FC236}">
                      <a16:creationId xmlns:a16="http://schemas.microsoft.com/office/drawing/2014/main" id="{B291BE01-F327-B1B2-B955-E6CE6E5DC102}"/>
                    </a:ext>
                  </a:extLst>
                </p:cNvPr>
                <p:cNvSpPr/>
                <p:nvPr/>
              </p:nvSpPr>
              <p:spPr>
                <a:xfrm rot="14655976">
                  <a:off x="5351466" y="4310174"/>
                  <a:ext cx="244025" cy="230832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0" name="Bogen 109">
                  <a:extLst>
                    <a:ext uri="{FF2B5EF4-FFF2-40B4-BE49-F238E27FC236}">
                      <a16:creationId xmlns:a16="http://schemas.microsoft.com/office/drawing/2014/main" id="{7312C512-6305-2D4D-A1F9-DA402C9B6756}"/>
                    </a:ext>
                  </a:extLst>
                </p:cNvPr>
                <p:cNvSpPr/>
                <p:nvPr/>
              </p:nvSpPr>
              <p:spPr>
                <a:xfrm rot="14655976">
                  <a:off x="5282326" y="4280578"/>
                  <a:ext cx="318324" cy="290022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11" name="Bogen 110">
                  <a:extLst>
                    <a:ext uri="{FF2B5EF4-FFF2-40B4-BE49-F238E27FC236}">
                      <a16:creationId xmlns:a16="http://schemas.microsoft.com/office/drawing/2014/main" id="{F5F42A04-BEA1-106E-6AB8-8E8ECAEF639A}"/>
                    </a:ext>
                  </a:extLst>
                </p:cNvPr>
                <p:cNvSpPr/>
                <p:nvPr/>
              </p:nvSpPr>
              <p:spPr>
                <a:xfrm rot="14655976">
                  <a:off x="5215194" y="4235489"/>
                  <a:ext cx="389277" cy="359061"/>
                </a:xfrm>
                <a:prstGeom prst="arc">
                  <a:avLst/>
                </a:prstGeom>
              </p:spPr>
              <p:style>
                <a:lnRef idx="1">
                  <a:schemeClr val="accent5"/>
                </a:lnRef>
                <a:fillRef idx="0">
                  <a:schemeClr val="accent5"/>
                </a:fillRef>
                <a:effectRef idx="0">
                  <a:schemeClr val="accent5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lang="de-DE" sz="750">
                    <a:ln>
                      <a:solidFill>
                        <a:srgbClr val="FF0000"/>
                      </a:solidFill>
                    </a:ln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46" name="Textfeld 45">
                <a:extLst>
                  <a:ext uri="{FF2B5EF4-FFF2-40B4-BE49-F238E27FC236}">
                    <a16:creationId xmlns:a16="http://schemas.microsoft.com/office/drawing/2014/main" id="{44224008-C499-F543-C1B2-6518CFB75565}"/>
                  </a:ext>
                </a:extLst>
              </p:cNvPr>
              <p:cNvSpPr txBox="1"/>
              <p:nvPr/>
            </p:nvSpPr>
            <p:spPr>
              <a:xfrm>
                <a:off x="2111278" y="5204222"/>
                <a:ext cx="941046" cy="292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r"/>
                <a:r>
                  <a:rPr lang="de-DE" sz="750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VH </a:t>
                </a:r>
                <a:r>
                  <a:rPr lang="el-GR" sz="750" dirty="0">
                    <a:solidFill>
                      <a:srgbClr val="FFC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α</a:t>
                </a:r>
                <a:r>
                  <a:rPr lang="de-US" sz="75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TCR</a:t>
                </a:r>
                <a:endParaRPr lang="de-US" sz="75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47" name="Textfeld 46">
                <a:extLst>
                  <a:ext uri="{FF2B5EF4-FFF2-40B4-BE49-F238E27FC236}">
                    <a16:creationId xmlns:a16="http://schemas.microsoft.com/office/drawing/2014/main" id="{F863129F-A353-40A4-D57D-716D85BE1AA3}"/>
                  </a:ext>
                </a:extLst>
              </p:cNvPr>
              <p:cNvSpPr txBox="1"/>
              <p:nvPr/>
            </p:nvSpPr>
            <p:spPr>
              <a:xfrm>
                <a:off x="3266777" y="5215518"/>
                <a:ext cx="820276" cy="292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VL </a:t>
                </a:r>
                <a:r>
                  <a:rPr lang="el-GR" sz="750" dirty="0">
                    <a:solidFill>
                      <a:srgbClr val="FFC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α</a:t>
                </a:r>
                <a:r>
                  <a:rPr lang="de-DE" sz="750" dirty="0">
                    <a:solidFill>
                      <a:srgbClr val="FFC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TCR</a:t>
                </a:r>
                <a:endParaRPr lang="de-US" sz="75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48" name="Gruppieren 47">
                <a:extLst>
                  <a:ext uri="{FF2B5EF4-FFF2-40B4-BE49-F238E27FC236}">
                    <a16:creationId xmlns:a16="http://schemas.microsoft.com/office/drawing/2014/main" id="{B02096A5-239B-61C4-671E-DF74CC7F24D3}"/>
                  </a:ext>
                </a:extLst>
              </p:cNvPr>
              <p:cNvGrpSpPr/>
              <p:nvPr/>
            </p:nvGrpSpPr>
            <p:grpSpPr>
              <a:xfrm rot="17648302">
                <a:off x="5120845" y="4783329"/>
                <a:ext cx="251084" cy="153626"/>
                <a:chOff x="4774398" y="3087714"/>
                <a:chExt cx="1086591" cy="680700"/>
              </a:xfrm>
            </p:grpSpPr>
            <p:sp>
              <p:nvSpPr>
                <p:cNvPr id="107" name="Freihandform 75">
                  <a:extLst>
                    <a:ext uri="{FF2B5EF4-FFF2-40B4-BE49-F238E27FC236}">
                      <a16:creationId xmlns:a16="http://schemas.microsoft.com/office/drawing/2014/main" id="{AA45496A-BA3D-8D4C-CD1B-1028AC244525}"/>
                    </a:ext>
                  </a:extLst>
                </p:cNvPr>
                <p:cNvSpPr/>
                <p:nvPr/>
              </p:nvSpPr>
              <p:spPr>
                <a:xfrm>
                  <a:off x="4774398" y="3087714"/>
                  <a:ext cx="501007" cy="678828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sp>
              <p:nvSpPr>
                <p:cNvPr id="108" name="Freihandform 76">
                  <a:extLst>
                    <a:ext uri="{FF2B5EF4-FFF2-40B4-BE49-F238E27FC236}">
                      <a16:creationId xmlns:a16="http://schemas.microsoft.com/office/drawing/2014/main" id="{7B225EC9-B830-B88B-4D95-D1978E81F361}"/>
                    </a:ext>
                  </a:extLst>
                </p:cNvPr>
                <p:cNvSpPr/>
                <p:nvPr/>
              </p:nvSpPr>
              <p:spPr>
                <a:xfrm flipH="1">
                  <a:off x="5359983" y="3089585"/>
                  <a:ext cx="501006" cy="678829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1982AF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cxnSp>
            <p:nvCxnSpPr>
              <p:cNvPr id="49" name="Gerade Verbindung 70">
                <a:extLst>
                  <a:ext uri="{FF2B5EF4-FFF2-40B4-BE49-F238E27FC236}">
                    <a16:creationId xmlns:a16="http://schemas.microsoft.com/office/drawing/2014/main" id="{0530C1C0-2A67-ABE3-44B7-E35C9A8F5BDB}"/>
                  </a:ext>
                </a:extLst>
              </p:cNvPr>
              <p:cNvCxnSpPr>
                <a:cxnSpLocks/>
              </p:cNvCxnSpPr>
              <p:nvPr/>
            </p:nvCxnSpPr>
            <p:spPr>
              <a:xfrm rot="15125584">
                <a:off x="5346829" y="5072290"/>
                <a:ext cx="62434" cy="7646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0" name="Gerade Verbindung 71">
                <a:extLst>
                  <a:ext uri="{FF2B5EF4-FFF2-40B4-BE49-F238E27FC236}">
                    <a16:creationId xmlns:a16="http://schemas.microsoft.com/office/drawing/2014/main" id="{4D238A05-D4DE-EAB1-2283-B63EB4033FE3}"/>
                  </a:ext>
                </a:extLst>
              </p:cNvPr>
              <p:cNvCxnSpPr>
                <a:cxnSpLocks/>
              </p:cNvCxnSpPr>
              <p:nvPr/>
            </p:nvCxnSpPr>
            <p:spPr>
              <a:xfrm rot="15125584" flipH="1">
                <a:off x="5301252" y="4931239"/>
                <a:ext cx="62434" cy="76467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1" name="Gerade Verbindung 72">
                <a:extLst>
                  <a:ext uri="{FF2B5EF4-FFF2-40B4-BE49-F238E27FC236}">
                    <a16:creationId xmlns:a16="http://schemas.microsoft.com/office/drawing/2014/main" id="{D55480D5-9212-CECB-E0A5-553628B09D7D}"/>
                  </a:ext>
                </a:extLst>
              </p:cNvPr>
              <p:cNvCxnSpPr>
                <a:cxnSpLocks/>
              </p:cNvCxnSpPr>
              <p:nvPr/>
            </p:nvCxnSpPr>
            <p:spPr>
              <a:xfrm rot="15125584">
                <a:off x="5269793" y="4861932"/>
                <a:ext cx="33240" cy="3107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52" name="Freihandform 86">
                <a:extLst>
                  <a:ext uri="{FF2B5EF4-FFF2-40B4-BE49-F238E27FC236}">
                    <a16:creationId xmlns:a16="http://schemas.microsoft.com/office/drawing/2014/main" id="{5C05CC6C-1E7A-57CA-B353-AA8CA6213C8F}"/>
                  </a:ext>
                </a:extLst>
              </p:cNvPr>
              <p:cNvSpPr/>
              <p:nvPr/>
            </p:nvSpPr>
            <p:spPr>
              <a:xfrm rot="9725584">
                <a:off x="5247754" y="5168291"/>
                <a:ext cx="127923" cy="138649"/>
              </a:xfrm>
              <a:custGeom>
                <a:avLst/>
                <a:gdLst>
                  <a:gd name="csX0" fmla="*/ 0 w 3145134"/>
                  <a:gd name="csY0" fmla="*/ 0 h 3125038"/>
                  <a:gd name="csX1" fmla="*/ 10049 w 3145134"/>
                  <a:gd name="csY1" fmla="*/ 3125038 h 3125038"/>
                  <a:gd name="csX2" fmla="*/ 3145134 w 3145134"/>
                  <a:gd name="csY2" fmla="*/ 3114989 h 3125038"/>
                  <a:gd name="csX3" fmla="*/ 3145134 w 3145134"/>
                  <a:gd name="csY3" fmla="*/ 2270928 h 3125038"/>
                  <a:gd name="csX4" fmla="*/ 0 w 3145134"/>
                  <a:gd name="csY4" fmla="*/ 0 h 3125038"/>
                </a:gdLst>
                <a:ahLst/>
                <a:cxnLst>
                  <a:cxn ang="0">
                    <a:pos x="csX0" y="csY0"/>
                  </a:cxn>
                  <a:cxn ang="0">
                    <a:pos x="csX1" y="csY1"/>
                  </a:cxn>
                  <a:cxn ang="0">
                    <a:pos x="csX2" y="csY2"/>
                  </a:cxn>
                  <a:cxn ang="0">
                    <a:pos x="csX3" y="csY3"/>
                  </a:cxn>
                  <a:cxn ang="0">
                    <a:pos x="csX4" y="csY4"/>
                  </a:cxn>
                </a:cxnLst>
                <a:rect l="l" t="t" r="r" b="b"/>
                <a:pathLst>
                  <a:path w="3145134" h="3125038">
                    <a:moveTo>
                      <a:pt x="0" y="0"/>
                    </a:moveTo>
                    <a:cubicBezTo>
                      <a:pt x="3350" y="1041679"/>
                      <a:pt x="6699" y="2083359"/>
                      <a:pt x="10049" y="3125038"/>
                    </a:cubicBezTo>
                    <a:lnTo>
                      <a:pt x="3145134" y="3114989"/>
                    </a:lnTo>
                    <a:lnTo>
                      <a:pt x="3145134" y="2270928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C000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noFill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53" name="Gruppieren 52">
                <a:extLst>
                  <a:ext uri="{FF2B5EF4-FFF2-40B4-BE49-F238E27FC236}">
                    <a16:creationId xmlns:a16="http://schemas.microsoft.com/office/drawing/2014/main" id="{324313D0-E3CC-FCB9-2246-0AB3138977EB}"/>
                  </a:ext>
                </a:extLst>
              </p:cNvPr>
              <p:cNvGrpSpPr/>
              <p:nvPr/>
            </p:nvGrpSpPr>
            <p:grpSpPr>
              <a:xfrm rot="1137220">
                <a:off x="4422298" y="4676893"/>
                <a:ext cx="478597" cy="599237"/>
                <a:chOff x="7932684" y="3122165"/>
                <a:chExt cx="1395378" cy="1787623"/>
              </a:xfrm>
            </p:grpSpPr>
            <p:sp>
              <p:nvSpPr>
                <p:cNvPr id="87" name="Freihandform 65">
                  <a:extLst>
                    <a:ext uri="{FF2B5EF4-FFF2-40B4-BE49-F238E27FC236}">
                      <a16:creationId xmlns:a16="http://schemas.microsoft.com/office/drawing/2014/main" id="{BD0E5B42-21F1-F044-9A23-3CD6CEF748D0}"/>
                    </a:ext>
                  </a:extLst>
                </p:cNvPr>
                <p:cNvSpPr/>
                <p:nvPr/>
              </p:nvSpPr>
              <p:spPr>
                <a:xfrm rot="10643584" flipH="1">
                  <a:off x="8969164" y="4479962"/>
                  <a:ext cx="358898" cy="429826"/>
                </a:xfrm>
                <a:custGeom>
                  <a:avLst/>
                  <a:gdLst>
                    <a:gd name="csX0" fmla="*/ 0 w 3145134"/>
                    <a:gd name="csY0" fmla="*/ 0 h 3125038"/>
                    <a:gd name="csX1" fmla="*/ 10049 w 3145134"/>
                    <a:gd name="csY1" fmla="*/ 3125038 h 3125038"/>
                    <a:gd name="csX2" fmla="*/ 3145134 w 3145134"/>
                    <a:gd name="csY2" fmla="*/ 3114989 h 3125038"/>
                    <a:gd name="csX3" fmla="*/ 3145134 w 3145134"/>
                    <a:gd name="csY3" fmla="*/ 2270928 h 3125038"/>
                    <a:gd name="csX4" fmla="*/ 0 w 3145134"/>
                    <a:gd name="csY4" fmla="*/ 0 h 3125038"/>
                  </a:gdLst>
                  <a:ahLst/>
                  <a:cxnLst>
                    <a:cxn ang="0">
                      <a:pos x="csX0" y="csY0"/>
                    </a:cxn>
                    <a:cxn ang="0">
                      <a:pos x="csX1" y="csY1"/>
                    </a:cxn>
                    <a:cxn ang="0">
                      <a:pos x="csX2" y="csY2"/>
                    </a:cxn>
                    <a:cxn ang="0">
                      <a:pos x="csX3" y="csY3"/>
                    </a:cxn>
                    <a:cxn ang="0">
                      <a:pos x="csX4" y="csY4"/>
                    </a:cxn>
                  </a:cxnLst>
                  <a:rect l="l" t="t" r="r" b="b"/>
                  <a:pathLst>
                    <a:path w="3145134" h="3125038">
                      <a:moveTo>
                        <a:pt x="0" y="0"/>
                      </a:moveTo>
                      <a:cubicBezTo>
                        <a:pt x="3350" y="1041679"/>
                        <a:pt x="6699" y="2083359"/>
                        <a:pt x="10049" y="3125038"/>
                      </a:cubicBezTo>
                      <a:lnTo>
                        <a:pt x="3145134" y="3114989"/>
                      </a:lnTo>
                      <a:lnTo>
                        <a:pt x="3145134" y="2270928"/>
                      </a:lnTo>
                      <a:lnTo>
                        <a:pt x="0" y="0"/>
                      </a:lnTo>
                      <a:close/>
                    </a:path>
                  </a:pathLst>
                </a:custGeom>
                <a:solidFill>
                  <a:srgbClr val="C0000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noFill/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grpSp>
              <p:nvGrpSpPr>
                <p:cNvPr id="88" name="Gruppieren 87">
                  <a:extLst>
                    <a:ext uri="{FF2B5EF4-FFF2-40B4-BE49-F238E27FC236}">
                      <a16:creationId xmlns:a16="http://schemas.microsoft.com/office/drawing/2014/main" id="{EC717F31-16A5-49F7-6FB6-FBB3DE42A105}"/>
                    </a:ext>
                  </a:extLst>
                </p:cNvPr>
                <p:cNvGrpSpPr/>
                <p:nvPr/>
              </p:nvGrpSpPr>
              <p:grpSpPr>
                <a:xfrm rot="5400000" flipH="1">
                  <a:off x="8035663" y="3797416"/>
                  <a:ext cx="497454" cy="703412"/>
                  <a:chOff x="3174192" y="3394059"/>
                  <a:chExt cx="694424" cy="1110907"/>
                </a:xfrm>
              </p:grpSpPr>
              <p:grpSp>
                <p:nvGrpSpPr>
                  <p:cNvPr id="101" name="Gruppieren 100">
                    <a:extLst>
                      <a:ext uri="{FF2B5EF4-FFF2-40B4-BE49-F238E27FC236}">
                        <a16:creationId xmlns:a16="http://schemas.microsoft.com/office/drawing/2014/main" id="{8D5BE7F7-5EBB-3802-6583-2D173D4362AC}"/>
                      </a:ext>
                    </a:extLst>
                  </p:cNvPr>
                  <p:cNvGrpSpPr/>
                  <p:nvPr/>
                </p:nvGrpSpPr>
                <p:grpSpPr>
                  <a:xfrm>
                    <a:off x="3174192" y="3394059"/>
                    <a:ext cx="694424" cy="1110907"/>
                    <a:chOff x="3174191" y="3394059"/>
                    <a:chExt cx="1089209" cy="1110907"/>
                  </a:xfrm>
                </p:grpSpPr>
                <p:sp>
                  <p:nvSpPr>
                    <p:cNvPr id="103" name="Rechteck 102">
                      <a:extLst>
                        <a:ext uri="{FF2B5EF4-FFF2-40B4-BE49-F238E27FC236}">
                          <a16:creationId xmlns:a16="http://schemas.microsoft.com/office/drawing/2014/main" id="{20D9BE23-6E07-6538-8446-E17B3D147B5D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191" y="339405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4" name="Rechteck 103">
                      <a:extLst>
                        <a:ext uri="{FF2B5EF4-FFF2-40B4-BE49-F238E27FC236}">
                          <a16:creationId xmlns:a16="http://schemas.microsoft.com/office/drawing/2014/main" id="{8FF29C73-8BD1-F3F2-0895-059C25838A26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174191" y="397347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5" name="Rechteck 104">
                      <a:extLst>
                        <a:ext uri="{FF2B5EF4-FFF2-40B4-BE49-F238E27FC236}">
                          <a16:creationId xmlns:a16="http://schemas.microsoft.com/office/drawing/2014/main" id="{B6378893-7D92-A08C-D452-C78EB1D2FB6C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52347" y="339405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  <p:sp>
                  <p:nvSpPr>
                    <p:cNvPr id="106" name="Rechteck 105">
                      <a:extLst>
                        <a:ext uri="{FF2B5EF4-FFF2-40B4-BE49-F238E27FC236}">
                          <a16:creationId xmlns:a16="http://schemas.microsoft.com/office/drawing/2014/main" id="{37BCDC9F-A0EA-C397-58A4-DC10602A6A30}"/>
                        </a:ext>
                      </a:extLst>
                    </p:cNvPr>
                    <p:cNvSpPr/>
                    <p:nvPr/>
                  </p:nvSpPr>
                  <p:spPr>
                    <a:xfrm>
                      <a:off x="3762394" y="3973479"/>
                      <a:ext cx="501006" cy="531487"/>
                    </a:xfrm>
                    <a:prstGeom prst="rect">
                      <a:avLst/>
                    </a:prstGeom>
                    <a:solidFill>
                      <a:schemeClr val="bg2">
                        <a:lumMod val="75000"/>
                      </a:schemeClr>
                    </a:solidFill>
                    <a:ln w="6350">
                      <a:solidFill>
                        <a:schemeClr val="tx1"/>
                      </a:solidFill>
                    </a:ln>
                  </p:spPr>
                  <p:style>
                    <a:lnRef idx="2">
                      <a:schemeClr val="accent1">
                        <a:shade val="15000"/>
                      </a:schemeClr>
                    </a:lnRef>
                    <a:fillRef idx="1">
                      <a:schemeClr val="accent1"/>
                    </a:fillRef>
                    <a:effectRef idx="0">
                      <a:schemeClr val="accent1"/>
                    </a:effectRef>
                    <a:fontRef idx="minor">
                      <a:schemeClr val="lt1"/>
                    </a:fontRef>
                  </p:style>
                  <p:txBody>
                    <a:bodyPr rtlCol="0" anchor="ctr"/>
                    <a:lstStyle/>
                    <a:p>
                      <a:pPr algn="ctr"/>
                      <a:endParaRPr lang="de-US" sz="75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p:txBody>
                </p:sp>
              </p:grpSp>
              <p:sp>
                <p:nvSpPr>
                  <p:cNvPr id="102" name="Oval 99">
                    <a:extLst>
                      <a:ext uri="{FF2B5EF4-FFF2-40B4-BE49-F238E27FC236}">
                        <a16:creationId xmlns:a16="http://schemas.microsoft.com/office/drawing/2014/main" id="{F70092E1-58E3-E602-1CEA-431FB22CC899}"/>
                      </a:ext>
                    </a:extLst>
                  </p:cNvPr>
                  <p:cNvSpPr/>
                  <p:nvPr/>
                </p:nvSpPr>
                <p:spPr>
                  <a:xfrm>
                    <a:off x="3394125" y="4113617"/>
                    <a:ext cx="254558" cy="251209"/>
                  </a:xfrm>
                  <a:prstGeom prst="ellipse">
                    <a:avLst/>
                  </a:prstGeom>
                  <a:solidFill>
                    <a:schemeClr val="bg2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grpSp>
              <p:nvGrpSpPr>
                <p:cNvPr id="89" name="Gruppieren 88">
                  <a:extLst>
                    <a:ext uri="{FF2B5EF4-FFF2-40B4-BE49-F238E27FC236}">
                      <a16:creationId xmlns:a16="http://schemas.microsoft.com/office/drawing/2014/main" id="{A46936DE-7F0F-F3E3-F1D5-3403F248F3E0}"/>
                    </a:ext>
                  </a:extLst>
                </p:cNvPr>
                <p:cNvGrpSpPr/>
                <p:nvPr/>
              </p:nvGrpSpPr>
              <p:grpSpPr>
                <a:xfrm rot="2877282" flipH="1">
                  <a:off x="8587308" y="3298658"/>
                  <a:ext cx="782813" cy="429827"/>
                  <a:chOff x="4768216" y="3089585"/>
                  <a:chExt cx="1092773" cy="678831"/>
                </a:xfrm>
              </p:grpSpPr>
              <p:sp>
                <p:nvSpPr>
                  <p:cNvPr id="99" name="Freihandform 96">
                    <a:extLst>
                      <a:ext uri="{FF2B5EF4-FFF2-40B4-BE49-F238E27FC236}">
                        <a16:creationId xmlns:a16="http://schemas.microsoft.com/office/drawing/2014/main" id="{41E80627-30F0-956F-C57B-6963B93E699C}"/>
                      </a:ext>
                    </a:extLst>
                  </p:cNvPr>
                  <p:cNvSpPr/>
                  <p:nvPr/>
                </p:nvSpPr>
                <p:spPr>
                  <a:xfrm>
                    <a:off x="4768216" y="3089587"/>
                    <a:ext cx="501006" cy="678829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chemeClr val="accent6">
                      <a:lumMod val="75000"/>
                    </a:schemeClr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sp>
                <p:nvSpPr>
                  <p:cNvPr id="100" name="Freihandform 97">
                    <a:extLst>
                      <a:ext uri="{FF2B5EF4-FFF2-40B4-BE49-F238E27FC236}">
                        <a16:creationId xmlns:a16="http://schemas.microsoft.com/office/drawing/2014/main" id="{2E5DE7C9-D17A-7333-879D-C946180619C2}"/>
                      </a:ext>
                    </a:extLst>
                  </p:cNvPr>
                  <p:cNvSpPr/>
                  <p:nvPr/>
                </p:nvSpPr>
                <p:spPr>
                  <a:xfrm flipH="1">
                    <a:off x="5359983" y="3089585"/>
                    <a:ext cx="501006" cy="678829"/>
                  </a:xfrm>
                  <a:custGeom>
                    <a:avLst/>
                    <a:gdLst>
                      <a:gd name="csX0" fmla="*/ 0 w 3145134"/>
                      <a:gd name="csY0" fmla="*/ 0 h 3125038"/>
                      <a:gd name="csX1" fmla="*/ 10049 w 3145134"/>
                      <a:gd name="csY1" fmla="*/ 3125038 h 3125038"/>
                      <a:gd name="csX2" fmla="*/ 3145134 w 3145134"/>
                      <a:gd name="csY2" fmla="*/ 3114989 h 3125038"/>
                      <a:gd name="csX3" fmla="*/ 3145134 w 3145134"/>
                      <a:gd name="csY3" fmla="*/ 2270928 h 3125038"/>
                      <a:gd name="csX4" fmla="*/ 0 w 3145134"/>
                      <a:gd name="csY4" fmla="*/ 0 h 3125038"/>
                    </a:gdLst>
                    <a:ahLst/>
                    <a:cxnLst>
                      <a:cxn ang="0">
                        <a:pos x="csX0" y="csY0"/>
                      </a:cxn>
                      <a:cxn ang="0">
                        <a:pos x="csX1" y="csY1"/>
                      </a:cxn>
                      <a:cxn ang="0">
                        <a:pos x="csX2" y="csY2"/>
                      </a:cxn>
                      <a:cxn ang="0">
                        <a:pos x="csX3" y="csY3"/>
                      </a:cxn>
                      <a:cxn ang="0">
                        <a:pos x="csX4" y="csY4"/>
                      </a:cxn>
                    </a:cxnLst>
                    <a:rect l="l" t="t" r="r" b="b"/>
                    <a:pathLst>
                      <a:path w="3145134" h="3125038">
                        <a:moveTo>
                          <a:pt x="0" y="0"/>
                        </a:moveTo>
                        <a:cubicBezTo>
                          <a:pt x="3350" y="1041679"/>
                          <a:pt x="6699" y="2083359"/>
                          <a:pt x="10049" y="3125038"/>
                        </a:cubicBezTo>
                        <a:lnTo>
                          <a:pt x="3145134" y="3114989"/>
                        </a:lnTo>
                        <a:lnTo>
                          <a:pt x="3145134" y="2270928"/>
                        </a:lnTo>
                        <a:lnTo>
                          <a:pt x="0" y="0"/>
                        </a:lnTo>
                        <a:close/>
                      </a:path>
                    </a:pathLst>
                  </a:custGeom>
                  <a:solidFill>
                    <a:srgbClr val="00B05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</p:grpSp>
            <p:cxnSp>
              <p:nvCxnSpPr>
                <p:cNvPr id="90" name="Gerade Verbindung 87">
                  <a:extLst>
                    <a:ext uri="{FF2B5EF4-FFF2-40B4-BE49-F238E27FC236}">
                      <a16:creationId xmlns:a16="http://schemas.microsoft.com/office/drawing/2014/main" id="{E219608A-BA57-CCC7-A4B1-1C574AB7FF34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572613" y="4146828"/>
                  <a:ext cx="264050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1" name="Gerade Verbindung 88">
                  <a:extLst>
                    <a:ext uri="{FF2B5EF4-FFF2-40B4-BE49-F238E27FC236}">
                      <a16:creationId xmlns:a16="http://schemas.microsoft.com/office/drawing/2014/main" id="{3D5318D9-F088-9505-9EC8-F50324D7AEA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600091" y="4146828"/>
                  <a:ext cx="264050" cy="0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Gerade Verbindung 89">
                  <a:extLst>
                    <a:ext uri="{FF2B5EF4-FFF2-40B4-BE49-F238E27FC236}">
                      <a16:creationId xmlns:a16="http://schemas.microsoft.com/office/drawing/2014/main" id="{452FFEDF-3A7E-4A1C-1E19-B13E01ECDA2D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691324" y="4235267"/>
                  <a:ext cx="0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3" name="Gerade Verbindung 90">
                  <a:extLst>
                    <a:ext uri="{FF2B5EF4-FFF2-40B4-BE49-F238E27FC236}">
                      <a16:creationId xmlns:a16="http://schemas.microsoft.com/office/drawing/2014/main" id="{709A576F-DACD-A733-056F-9712CB96B71C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691324" y="3973148"/>
                  <a:ext cx="0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4" name="Gerade Verbindung 91">
                  <a:extLst>
                    <a:ext uri="{FF2B5EF4-FFF2-40B4-BE49-F238E27FC236}">
                      <a16:creationId xmlns:a16="http://schemas.microsoft.com/office/drawing/2014/main" id="{5CBFEFFE-7F4B-93E7-BB0C-6BEE1A533595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745403" y="4268361"/>
                  <a:ext cx="193550" cy="21453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5" name="Gerade Verbindung 92">
                  <a:extLst>
                    <a:ext uri="{FF2B5EF4-FFF2-40B4-BE49-F238E27FC236}">
                      <a16:creationId xmlns:a16="http://schemas.microsoft.com/office/drawing/2014/main" id="{0564C26F-4E95-6197-395F-EE13416EEB11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>
                  <a:off x="8745403" y="3808830"/>
                  <a:ext cx="193550" cy="21453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6" name="Gerade Verbindung 93">
                  <a:extLst>
                    <a:ext uri="{FF2B5EF4-FFF2-40B4-BE49-F238E27FC236}">
                      <a16:creationId xmlns:a16="http://schemas.microsoft.com/office/drawing/2014/main" id="{176FB5FF-1F12-7FF5-DAAB-91B25FCDDF98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834239" y="3557205"/>
                  <a:ext cx="103048" cy="87172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7" name="Gerade Verbindung 94">
                  <a:extLst>
                    <a:ext uri="{FF2B5EF4-FFF2-40B4-BE49-F238E27FC236}">
                      <a16:creationId xmlns:a16="http://schemas.microsoft.com/office/drawing/2014/main" id="{252D6306-0A92-9468-92EA-339617BC6B69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83921" y="4262405"/>
                  <a:ext cx="0" cy="2874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8" name="Gerade Verbindung 95">
                  <a:extLst>
                    <a:ext uri="{FF2B5EF4-FFF2-40B4-BE49-F238E27FC236}">
                      <a16:creationId xmlns:a16="http://schemas.microsoft.com/office/drawing/2014/main" id="{3915202A-DEDF-494F-CD62-5C08F927C59F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rot="5400000" flipH="1">
                  <a:off x="8283454" y="4012133"/>
                  <a:ext cx="0" cy="28744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grpSp>
            <p:nvGrpSpPr>
              <p:cNvPr id="54" name="Gruppieren 53">
                <a:extLst>
                  <a:ext uri="{FF2B5EF4-FFF2-40B4-BE49-F238E27FC236}">
                    <a16:creationId xmlns:a16="http://schemas.microsoft.com/office/drawing/2014/main" id="{5667344C-BCDD-AC71-CEA4-83A473651E03}"/>
                  </a:ext>
                </a:extLst>
              </p:cNvPr>
              <p:cNvGrpSpPr/>
              <p:nvPr/>
            </p:nvGrpSpPr>
            <p:grpSpPr>
              <a:xfrm>
                <a:off x="4855602" y="4634843"/>
                <a:ext cx="119477" cy="234877"/>
                <a:chOff x="4895526" y="1350699"/>
                <a:chExt cx="150422" cy="284556"/>
              </a:xfrm>
            </p:grpSpPr>
            <p:sp>
              <p:nvSpPr>
                <p:cNvPr id="85" name="Oval 113">
                  <a:extLst>
                    <a:ext uri="{FF2B5EF4-FFF2-40B4-BE49-F238E27FC236}">
                      <a16:creationId xmlns:a16="http://schemas.microsoft.com/office/drawing/2014/main" id="{244881E1-CEC5-D2A2-6B31-A4FCA8E399B4}"/>
                    </a:ext>
                  </a:extLst>
                </p:cNvPr>
                <p:cNvSpPr/>
                <p:nvPr/>
              </p:nvSpPr>
              <p:spPr>
                <a:xfrm>
                  <a:off x="4895526" y="1505356"/>
                  <a:ext cx="150422" cy="129899"/>
                </a:xfrm>
                <a:prstGeom prst="ellipse">
                  <a:avLst/>
                </a:prstGeom>
                <a:solidFill>
                  <a:srgbClr val="00B05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  <p:cxnSp>
              <p:nvCxnSpPr>
                <p:cNvPr id="86" name="Gerade Verbindung 115">
                  <a:extLst>
                    <a:ext uri="{FF2B5EF4-FFF2-40B4-BE49-F238E27FC236}">
                      <a16:creationId xmlns:a16="http://schemas.microsoft.com/office/drawing/2014/main" id="{EF250565-F887-CBF4-5EC5-9EC30BCCAC6D}"/>
                    </a:ext>
                  </a:extLst>
                </p:cNvPr>
                <p:cNvCxnSpPr>
                  <a:cxnSpLocks/>
                  <a:endCxn id="85" idx="0"/>
                </p:cNvCxnSpPr>
                <p:nvPr/>
              </p:nvCxnSpPr>
              <p:spPr>
                <a:xfrm>
                  <a:off x="4970737" y="1350699"/>
                  <a:ext cx="0" cy="154657"/>
                </a:xfrm>
                <a:prstGeom prst="line">
                  <a:avLst/>
                </a:prstGeom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55" name="Textfeld 54">
                <a:extLst>
                  <a:ext uri="{FF2B5EF4-FFF2-40B4-BE49-F238E27FC236}">
                    <a16:creationId xmlns:a16="http://schemas.microsoft.com/office/drawing/2014/main" id="{2419AD03-4E6B-F674-45C0-8DD97D8A183B}"/>
                  </a:ext>
                </a:extLst>
              </p:cNvPr>
              <p:cNvSpPr txBox="1"/>
              <p:nvPr/>
            </p:nvSpPr>
            <p:spPr>
              <a:xfrm>
                <a:off x="4183567" y="4192693"/>
                <a:ext cx="1730440" cy="2926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l-GR" sz="750" dirty="0"/>
                  <a:t>α</a:t>
                </a:r>
                <a:r>
                  <a:rPr lang="de-DE" sz="750" dirty="0"/>
                  <a:t>CD3/</a:t>
                </a:r>
                <a:r>
                  <a:rPr lang="el-GR" sz="750" dirty="0"/>
                  <a:t>α</a:t>
                </a:r>
                <a:r>
                  <a:rPr lang="de-DE" sz="750" dirty="0"/>
                  <a:t>TCR </a:t>
                </a:r>
                <a:r>
                  <a:rPr lang="de-DE" sz="750" dirty="0" err="1"/>
                  <a:t>mismatched</a:t>
                </a:r>
                <a:endParaRPr lang="de-DE" sz="750" dirty="0"/>
              </a:p>
            </p:txBody>
          </p:sp>
          <p:grpSp>
            <p:nvGrpSpPr>
              <p:cNvPr id="57" name="Gruppieren 56">
                <a:extLst>
                  <a:ext uri="{FF2B5EF4-FFF2-40B4-BE49-F238E27FC236}">
                    <a16:creationId xmlns:a16="http://schemas.microsoft.com/office/drawing/2014/main" id="{5F4C8815-8018-8FCF-2750-7FA618DDC489}"/>
                  </a:ext>
                </a:extLst>
              </p:cNvPr>
              <p:cNvGrpSpPr/>
              <p:nvPr/>
            </p:nvGrpSpPr>
            <p:grpSpPr>
              <a:xfrm rot="5775056">
                <a:off x="4694382" y="5385371"/>
                <a:ext cx="527823" cy="358256"/>
                <a:chOff x="5231874" y="4197845"/>
                <a:chExt cx="527823" cy="358256"/>
              </a:xfrm>
            </p:grpSpPr>
            <p:grpSp>
              <p:nvGrpSpPr>
                <p:cNvPr id="81" name="Gruppieren 80">
                  <a:extLst>
                    <a:ext uri="{FF2B5EF4-FFF2-40B4-BE49-F238E27FC236}">
                      <a16:creationId xmlns:a16="http://schemas.microsoft.com/office/drawing/2014/main" id="{55D327DB-C97C-BB6A-DD88-4EC582BF2892}"/>
                    </a:ext>
                  </a:extLst>
                </p:cNvPr>
                <p:cNvGrpSpPr/>
                <p:nvPr/>
              </p:nvGrpSpPr>
              <p:grpSpPr>
                <a:xfrm rot="17894886">
                  <a:off x="5314767" y="4114952"/>
                  <a:ext cx="124161" cy="289947"/>
                  <a:chOff x="7019165" y="3872008"/>
                  <a:chExt cx="124679" cy="321722"/>
                </a:xfrm>
              </p:grpSpPr>
              <p:sp>
                <p:nvSpPr>
                  <p:cNvPr id="83" name="Oval 110">
                    <a:extLst>
                      <a:ext uri="{FF2B5EF4-FFF2-40B4-BE49-F238E27FC236}">
                        <a16:creationId xmlns:a16="http://schemas.microsoft.com/office/drawing/2014/main" id="{38A403E2-0308-B167-930B-5873FF353DCA}"/>
                      </a:ext>
                    </a:extLst>
                  </p:cNvPr>
                  <p:cNvSpPr/>
                  <p:nvPr/>
                </p:nvSpPr>
                <p:spPr>
                  <a:xfrm>
                    <a:off x="7019165" y="3872008"/>
                    <a:ext cx="124679" cy="114483"/>
                  </a:xfrm>
                  <a:prstGeom prst="ellipse">
                    <a:avLst/>
                  </a:prstGeom>
                  <a:solidFill>
                    <a:srgbClr val="C00000"/>
                  </a:solidFill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de-US" sz="750" dirty="0">
                      <a:latin typeface="Arial" panose="020B0604020202020204" pitchFamily="34" charset="0"/>
                      <a:cs typeface="Arial" panose="020B0604020202020204" pitchFamily="34" charset="0"/>
                    </a:endParaRPr>
                  </a:p>
                </p:txBody>
              </p:sp>
              <p:cxnSp>
                <p:nvCxnSpPr>
                  <p:cNvPr id="84" name="Gerade Verbindung 120">
                    <a:extLst>
                      <a:ext uri="{FF2B5EF4-FFF2-40B4-BE49-F238E27FC236}">
                        <a16:creationId xmlns:a16="http://schemas.microsoft.com/office/drawing/2014/main" id="{8951B793-C5AB-E195-A4B9-C4964B8C2E6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>
                  <a:xfrm flipH="1">
                    <a:off x="7081504" y="3947229"/>
                    <a:ext cx="1" cy="246501"/>
                  </a:xfrm>
                  <a:prstGeom prst="line">
                    <a:avLst/>
                  </a:prstGeom>
                  <a:ln w="6350">
                    <a:solidFill>
                      <a:schemeClr val="tx1"/>
                    </a:solidFill>
                  </a:ln>
                </p:spPr>
                <p:style>
                  <a:lnRef idx="2">
                    <a:schemeClr val="accent1"/>
                  </a:lnRef>
                  <a:fillRef idx="0">
                    <a:schemeClr val="accent1"/>
                  </a:fillRef>
                  <a:effectRef idx="1">
                    <a:schemeClr val="accent1"/>
                  </a:effectRef>
                  <a:fontRef idx="minor">
                    <a:schemeClr val="tx1"/>
                  </a:fontRef>
                </p:style>
              </p:cxnSp>
            </p:grpSp>
            <p:sp>
              <p:nvSpPr>
                <p:cNvPr id="82" name="Halbbogen 81">
                  <a:extLst>
                    <a:ext uri="{FF2B5EF4-FFF2-40B4-BE49-F238E27FC236}">
                      <a16:creationId xmlns:a16="http://schemas.microsoft.com/office/drawing/2014/main" id="{B33FF9DA-CC9E-7CB5-13C1-92D139BA9EAA}"/>
                    </a:ext>
                  </a:extLst>
                </p:cNvPr>
                <p:cNvSpPr/>
                <p:nvPr/>
              </p:nvSpPr>
              <p:spPr>
                <a:xfrm rot="7011863" flipV="1">
                  <a:off x="5465775" y="4262179"/>
                  <a:ext cx="311385" cy="276459"/>
                </a:xfrm>
                <a:prstGeom prst="blockArc">
                  <a:avLst>
                    <a:gd name="adj1" fmla="val 10800000"/>
                    <a:gd name="adj2" fmla="val 108277"/>
                    <a:gd name="adj3" fmla="val 49569"/>
                  </a:avLst>
                </a:prstGeom>
                <a:solidFill>
                  <a:srgbClr val="FF0000"/>
                </a:solidFill>
                <a:ln w="6350">
                  <a:solidFill>
                    <a:schemeClr val="tx1"/>
                  </a:solidFill>
                </a:ln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de-US" sz="75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  <p:sp>
            <p:nvSpPr>
              <p:cNvPr id="58" name="Oval 114">
                <a:extLst>
                  <a:ext uri="{FF2B5EF4-FFF2-40B4-BE49-F238E27FC236}">
                    <a16:creationId xmlns:a16="http://schemas.microsoft.com/office/drawing/2014/main" id="{5964A55C-E728-77FE-B3C3-7A76129B2A7C}"/>
                  </a:ext>
                </a:extLst>
              </p:cNvPr>
              <p:cNvSpPr/>
              <p:nvPr/>
            </p:nvSpPr>
            <p:spPr>
              <a:xfrm>
                <a:off x="5073804" y="4768358"/>
                <a:ext cx="118800" cy="108000"/>
              </a:xfrm>
              <a:prstGeom prst="ellipse">
                <a:avLst/>
              </a:prstGeom>
              <a:solidFill>
                <a:srgbClr val="4254B6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cxnSp>
            <p:nvCxnSpPr>
              <p:cNvPr id="59" name="Gerade Verbindung 119">
                <a:extLst>
                  <a:ext uri="{FF2B5EF4-FFF2-40B4-BE49-F238E27FC236}">
                    <a16:creationId xmlns:a16="http://schemas.microsoft.com/office/drawing/2014/main" id="{B0FE2C28-25E1-FE53-C45C-ABE56DECC9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5143039" y="4651937"/>
                <a:ext cx="0" cy="146301"/>
              </a:xfrm>
              <a:prstGeom prst="line">
                <a:avLst/>
              </a:prstGeom>
              <a:ln w="6350">
                <a:solidFill>
                  <a:schemeClr val="tx1"/>
                </a:solidFill>
              </a:ln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1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60" name="Halbbogen 59">
                <a:extLst>
                  <a:ext uri="{FF2B5EF4-FFF2-40B4-BE49-F238E27FC236}">
                    <a16:creationId xmlns:a16="http://schemas.microsoft.com/office/drawing/2014/main" id="{D8C1CA27-F0E9-9219-7333-8E3F574A2E6D}"/>
                  </a:ext>
                </a:extLst>
              </p:cNvPr>
              <p:cNvSpPr/>
              <p:nvPr/>
            </p:nvSpPr>
            <p:spPr>
              <a:xfrm flipV="1">
                <a:off x="4738053" y="4254567"/>
                <a:ext cx="569131" cy="412677"/>
              </a:xfrm>
              <a:prstGeom prst="blockArc">
                <a:avLst>
                  <a:gd name="adj1" fmla="val 10800000"/>
                  <a:gd name="adj2" fmla="val 108277"/>
                  <a:gd name="adj3" fmla="val 49569"/>
                </a:avLst>
              </a:prstGeom>
              <a:gradFill>
                <a:gsLst>
                  <a:gs pos="23000">
                    <a:schemeClr val="accent3">
                      <a:lumMod val="75000"/>
                    </a:schemeClr>
                  </a:gs>
                  <a:gs pos="44000">
                    <a:srgbClr val="00B050"/>
                  </a:gs>
                  <a:gs pos="73000">
                    <a:schemeClr val="accent1">
                      <a:lumMod val="45000"/>
                      <a:lumOff val="55000"/>
                    </a:schemeClr>
                  </a:gs>
                  <a:gs pos="100000">
                    <a:schemeClr val="accent1">
                      <a:lumMod val="30000"/>
                      <a:lumOff val="70000"/>
                    </a:schemeClr>
                  </a:gs>
                </a:gsLst>
                <a:lin ang="1200000" scaled="0"/>
              </a:gra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US" sz="750" dirty="0"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1" name="Textfeld 60">
                <a:extLst>
                  <a:ext uri="{FF2B5EF4-FFF2-40B4-BE49-F238E27FC236}">
                    <a16:creationId xmlns:a16="http://schemas.microsoft.com/office/drawing/2014/main" id="{3B79374F-9117-7E01-A342-17B1E758A6A9}"/>
                  </a:ext>
                </a:extLst>
              </p:cNvPr>
              <p:cNvSpPr txBox="1"/>
              <p:nvPr/>
            </p:nvSpPr>
            <p:spPr>
              <a:xfrm>
                <a:off x="3931811" y="5210940"/>
                <a:ext cx="833828" cy="292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r"/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VH</a:t>
                </a:r>
                <a:r>
                  <a:rPr lang="el-GR" sz="750" dirty="0">
                    <a:solidFill>
                      <a:srgbClr val="FF0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 α</a:t>
                </a:r>
                <a:r>
                  <a:rPr lang="de-DE" sz="750" dirty="0">
                    <a:solidFill>
                      <a:srgbClr val="FF0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CD3</a:t>
                </a:r>
                <a:endParaRPr lang="de-US" sz="750" dirty="0">
                  <a:solidFill>
                    <a:srgbClr val="FF0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2" name="Textfeld 61">
                <a:extLst>
                  <a:ext uri="{FF2B5EF4-FFF2-40B4-BE49-F238E27FC236}">
                    <a16:creationId xmlns:a16="http://schemas.microsoft.com/office/drawing/2014/main" id="{C6D47DD1-950E-2FC8-5E73-F3C2E55A4B2E}"/>
                  </a:ext>
                </a:extLst>
              </p:cNvPr>
              <p:cNvSpPr txBox="1"/>
              <p:nvPr/>
            </p:nvSpPr>
            <p:spPr>
              <a:xfrm>
                <a:off x="5306306" y="5216180"/>
                <a:ext cx="820276" cy="29269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de-DE" sz="750" dirty="0">
                    <a:solidFill>
                      <a:srgbClr val="FFC00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VL </a:t>
                </a:r>
                <a:r>
                  <a:rPr lang="el-GR" sz="750" dirty="0">
                    <a:solidFill>
                      <a:srgbClr val="FFC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α</a:t>
                </a:r>
                <a:r>
                  <a:rPr lang="de-DE" sz="750" dirty="0">
                    <a:solidFill>
                      <a:srgbClr val="FFC000"/>
                    </a:solidFill>
                    <a:latin typeface="Arial" panose="020B0604020202020204" pitchFamily="34" charset="0"/>
                    <a:ea typeface="Aptos" panose="020B0004020202020204" pitchFamily="34" charset="0"/>
                    <a:cs typeface="Times New Roman" panose="02020603050405020304" pitchFamily="18" charset="0"/>
                  </a:rPr>
                  <a:t>TCR</a:t>
                </a:r>
                <a:endParaRPr lang="de-US" sz="750" dirty="0">
                  <a:solidFill>
                    <a:srgbClr val="FFC000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3" name="Gruppieren 62">
                <a:extLst>
                  <a:ext uri="{FF2B5EF4-FFF2-40B4-BE49-F238E27FC236}">
                    <a16:creationId xmlns:a16="http://schemas.microsoft.com/office/drawing/2014/main" id="{7FC497D7-59FD-E7F3-7021-976E066075DA}"/>
                  </a:ext>
                </a:extLst>
              </p:cNvPr>
              <p:cNvGrpSpPr/>
              <p:nvPr/>
            </p:nvGrpSpPr>
            <p:grpSpPr>
              <a:xfrm>
                <a:off x="4807138" y="5487479"/>
                <a:ext cx="326066" cy="284481"/>
                <a:chOff x="5777392" y="4065218"/>
                <a:chExt cx="326066" cy="284481"/>
              </a:xfrm>
            </p:grpSpPr>
            <p:cxnSp>
              <p:nvCxnSpPr>
                <p:cNvPr id="79" name="Gerader Verbinder 24">
                  <a:extLst>
                    <a:ext uri="{FF2B5EF4-FFF2-40B4-BE49-F238E27FC236}">
                      <a16:creationId xmlns:a16="http://schemas.microsoft.com/office/drawing/2014/main" id="{E1E70404-6076-245F-EF7D-533E557A1997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 flipH="1">
                  <a:off x="5803900" y="4086763"/>
                  <a:ext cx="273050" cy="262936"/>
                </a:xfrm>
                <a:prstGeom prst="lin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80" name="Gerader Verbinder 26">
                  <a:extLst>
                    <a:ext uri="{FF2B5EF4-FFF2-40B4-BE49-F238E27FC236}">
                      <a16:creationId xmlns:a16="http://schemas.microsoft.com/office/drawing/2014/main" id="{4F60E4B1-2273-2D19-BE8F-D9A6048B424A}"/>
                    </a:ext>
                  </a:extLst>
                </p:cNvPr>
                <p:cNvCxnSpPr>
                  <a:cxnSpLocks/>
                </p:cNvCxnSpPr>
                <p:nvPr/>
              </p:nvCxnSpPr>
              <p:spPr>
                <a:xfrm>
                  <a:off x="5777392" y="4065218"/>
                  <a:ext cx="326066" cy="262936"/>
                </a:xfrm>
                <a:prstGeom prst="line">
                  <a:avLst/>
                </a:prstGeom>
                <a:ln>
                  <a:solidFill>
                    <a:srgbClr val="7030A0"/>
                  </a:solidFill>
                </a:ln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1">
                  <a:schemeClr val="accent1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64" name="Oval 63">
                <a:extLst>
                  <a:ext uri="{FF2B5EF4-FFF2-40B4-BE49-F238E27FC236}">
                    <a16:creationId xmlns:a16="http://schemas.microsoft.com/office/drawing/2014/main" id="{2AF6C13F-D33F-F395-BA9D-4BB109F0A9B3}"/>
                  </a:ext>
                </a:extLst>
              </p:cNvPr>
              <p:cNvSpPr/>
              <p:nvPr/>
            </p:nvSpPr>
            <p:spPr>
              <a:xfrm>
                <a:off x="3372988" y="5054086"/>
                <a:ext cx="132522" cy="132522"/>
              </a:xfrm>
              <a:prstGeom prst="ellipse">
                <a:avLst/>
              </a:prstGeom>
              <a:solidFill>
                <a:srgbClr val="AEAEA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7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5" name="Oval 64">
                <a:extLst>
                  <a:ext uri="{FF2B5EF4-FFF2-40B4-BE49-F238E27FC236}">
                    <a16:creationId xmlns:a16="http://schemas.microsoft.com/office/drawing/2014/main" id="{20B3CC67-6BF9-381D-4BCF-0B1BA50AD622}"/>
                  </a:ext>
                </a:extLst>
              </p:cNvPr>
              <p:cNvSpPr/>
              <p:nvPr/>
            </p:nvSpPr>
            <p:spPr>
              <a:xfrm>
                <a:off x="2835023" y="5054086"/>
                <a:ext cx="132522" cy="132522"/>
              </a:xfrm>
              <a:prstGeom prst="ellipse">
                <a:avLst/>
              </a:prstGeom>
              <a:solidFill>
                <a:srgbClr val="AEAEA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7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6" name="Oval 65">
                <a:extLst>
                  <a:ext uri="{FF2B5EF4-FFF2-40B4-BE49-F238E27FC236}">
                    <a16:creationId xmlns:a16="http://schemas.microsoft.com/office/drawing/2014/main" id="{D070A329-01EF-DB51-5E61-E5D1C50B8AF1}"/>
                  </a:ext>
                </a:extLst>
              </p:cNvPr>
              <p:cNvSpPr/>
              <p:nvPr/>
            </p:nvSpPr>
            <p:spPr>
              <a:xfrm>
                <a:off x="5360767" y="4963918"/>
                <a:ext cx="132522" cy="132522"/>
              </a:xfrm>
              <a:prstGeom prst="ellipse">
                <a:avLst/>
              </a:prstGeom>
              <a:solidFill>
                <a:srgbClr val="AEAEAE"/>
              </a:solidFill>
              <a:ln w="6350">
                <a:solidFill>
                  <a:schemeClr val="tx1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de-DE" sz="750"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sp>
            <p:nvSpPr>
              <p:cNvPr id="67" name="Textfeld 66">
                <a:extLst>
                  <a:ext uri="{FF2B5EF4-FFF2-40B4-BE49-F238E27FC236}">
                    <a16:creationId xmlns:a16="http://schemas.microsoft.com/office/drawing/2014/main" id="{1EA33C2D-CAB4-6829-F8A9-4E4672399621}"/>
                  </a:ext>
                </a:extLst>
              </p:cNvPr>
              <p:cNvSpPr txBox="1"/>
              <p:nvPr/>
            </p:nvSpPr>
            <p:spPr>
              <a:xfrm>
                <a:off x="3402649" y="5004930"/>
                <a:ext cx="592469" cy="276999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de-DE" sz="750" dirty="0">
                    <a:solidFill>
                      <a:srgbClr val="AEAEAE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Linker</a:t>
                </a:r>
                <a:endParaRPr lang="de-US" sz="750" dirty="0">
                  <a:solidFill>
                    <a:srgbClr val="AEAEAE"/>
                  </a:solidFill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  <p:grpSp>
            <p:nvGrpSpPr>
              <p:cNvPr id="68" name="Gruppieren 67">
                <a:extLst>
                  <a:ext uri="{FF2B5EF4-FFF2-40B4-BE49-F238E27FC236}">
                    <a16:creationId xmlns:a16="http://schemas.microsoft.com/office/drawing/2014/main" id="{79750038-BE15-B3A0-A04C-DD9050739619}"/>
                  </a:ext>
                </a:extLst>
              </p:cNvPr>
              <p:cNvGrpSpPr/>
              <p:nvPr/>
            </p:nvGrpSpPr>
            <p:grpSpPr>
              <a:xfrm>
                <a:off x="6253449" y="3900475"/>
                <a:ext cx="2234895" cy="2504402"/>
                <a:chOff x="4885046" y="2687347"/>
                <a:chExt cx="2234895" cy="2504402"/>
              </a:xfrm>
            </p:grpSpPr>
            <p:graphicFrame>
              <p:nvGraphicFramePr>
                <p:cNvPr id="69" name="Objekt 68">
                  <a:extLst>
                    <a:ext uri="{FF2B5EF4-FFF2-40B4-BE49-F238E27FC236}">
                      <a16:creationId xmlns:a16="http://schemas.microsoft.com/office/drawing/2014/main" id="{B92E7F2E-703E-55FF-BFC7-6A6C251C139F}"/>
                    </a:ext>
                  </a:extLst>
                </p:cNvPr>
                <p:cNvGraphicFramePr>
                  <a:graphicFrameLocks noChangeAspect="1"/>
                </p:cNvGraphicFramePr>
                <p:nvPr>
                  <p:extLst>
                    <p:ext uri="{D42A27DB-BD31-4B8C-83A1-F6EECF244321}">
                      <p14:modId xmlns:p14="http://schemas.microsoft.com/office/powerpoint/2010/main" val="239442102"/>
                    </p:ext>
                  </p:extLst>
                </p:nvPr>
              </p:nvGraphicFramePr>
              <p:xfrm>
                <a:off x="4885046" y="2949231"/>
                <a:ext cx="2191557" cy="1952666"/>
              </p:xfrm>
              <a:graphic>
                <a:graphicData uri="http://schemas.openxmlformats.org/presentationml/2006/ole">
                  <mc:AlternateContent xmlns:mc="http://schemas.openxmlformats.org/markup-compatibility/2006">
                    <mc:Choice xmlns:v="urn:schemas-microsoft-com:vml" Requires="v">
                      <p:oleObj name="Prism" r:id="rId4" imgW="2373654" imgH="2166687" progId="Prism10.Document">
                        <p:embed/>
                      </p:oleObj>
                    </mc:Choice>
                    <mc:Fallback>
                      <p:oleObj name="Prism" r:id="rId4" imgW="2373654" imgH="2166687" progId="Prism10.Document">
                        <p:embed/>
                        <p:pic>
                          <p:nvPicPr>
                            <p:cNvPr id="449" name="Objekt 448">
                              <a:extLst>
                                <a:ext uri="{FF2B5EF4-FFF2-40B4-BE49-F238E27FC236}">
                                  <a16:creationId xmlns:a16="http://schemas.microsoft.com/office/drawing/2014/main" id="{AB091711-8DA7-65DE-22A2-B6D99F83D9B5}"/>
                                </a:ext>
                              </a:extLst>
                            </p:cNvPr>
                            <p:cNvPicPr/>
                            <p:nvPr/>
                          </p:nvPicPr>
                          <p:blipFill>
                            <a:blip r:embed="rId5"/>
                            <a:stretch>
                              <a:fillRect/>
                            </a:stretch>
                          </p:blipFill>
                          <p:spPr>
                            <a:xfrm>
                              <a:off x="4885046" y="2949231"/>
                              <a:ext cx="2191557" cy="1952666"/>
                            </a:xfrm>
                            <a:prstGeom prst="rect">
                              <a:avLst/>
                            </a:prstGeom>
                          </p:spPr>
                        </p:pic>
                      </p:oleObj>
                    </mc:Fallback>
                  </mc:AlternateContent>
                </a:graphicData>
              </a:graphic>
            </p:graphicFrame>
            <p:sp>
              <p:nvSpPr>
                <p:cNvPr id="70" name="Textfeld 69">
                  <a:extLst>
                    <a:ext uri="{FF2B5EF4-FFF2-40B4-BE49-F238E27FC236}">
                      <a16:creationId xmlns:a16="http://schemas.microsoft.com/office/drawing/2014/main" id="{E194CC21-2792-B70A-8E38-308D42226F7A}"/>
                    </a:ext>
                  </a:extLst>
                </p:cNvPr>
                <p:cNvSpPr txBox="1"/>
                <p:nvPr/>
              </p:nvSpPr>
              <p:spPr>
                <a:xfrm>
                  <a:off x="6094373" y="2692788"/>
                  <a:ext cx="1025568" cy="430887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Matched</a:t>
                  </a:r>
                </a:p>
                <a:p>
                  <a:r>
                    <a:rPr lang="de-DE" sz="750" dirty="0">
                      <a:solidFill>
                        <a:srgbClr val="0070C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(pair)</a:t>
                  </a:r>
                </a:p>
              </p:txBody>
            </p:sp>
            <p:sp>
              <p:nvSpPr>
                <p:cNvPr id="71" name="Textfeld 70">
                  <a:extLst>
                    <a:ext uri="{FF2B5EF4-FFF2-40B4-BE49-F238E27FC236}">
                      <a16:creationId xmlns:a16="http://schemas.microsoft.com/office/drawing/2014/main" id="{5A614A4C-8192-F563-839C-0CE1B37DF3C2}"/>
                    </a:ext>
                  </a:extLst>
                </p:cNvPr>
                <p:cNvSpPr txBox="1"/>
                <p:nvPr/>
              </p:nvSpPr>
              <p:spPr>
                <a:xfrm>
                  <a:off x="4967805" y="2687347"/>
                  <a:ext cx="1332402" cy="43088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r"/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Mismatched</a:t>
                  </a:r>
                  <a:endParaRPr lang="de-DE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  <a:p>
                  <a:pPr algn="r"/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(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cross</a:t>
                  </a:r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-pair)</a:t>
                  </a:r>
                </a:p>
              </p:txBody>
            </p:sp>
            <p:sp>
              <p:nvSpPr>
                <p:cNvPr id="72" name="Textfeld 71">
                  <a:extLst>
                    <a:ext uri="{FF2B5EF4-FFF2-40B4-BE49-F238E27FC236}">
                      <a16:creationId xmlns:a16="http://schemas.microsoft.com/office/drawing/2014/main" id="{E596D578-B36B-A0A5-5C91-129136B223F3}"/>
                    </a:ext>
                  </a:extLst>
                </p:cNvPr>
                <p:cNvSpPr txBox="1"/>
                <p:nvPr/>
              </p:nvSpPr>
              <p:spPr>
                <a:xfrm>
                  <a:off x="5565876" y="4760861"/>
                  <a:ext cx="423620" cy="430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VH</a:t>
                  </a:r>
                </a:p>
                <a:p>
                  <a:r>
                    <a:rPr lang="de-US" sz="750" dirty="0">
                      <a:solidFill>
                        <a:srgbClr val="FFC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VL</a:t>
                  </a:r>
                </a:p>
              </p:txBody>
            </p:sp>
            <p:sp>
              <p:nvSpPr>
                <p:cNvPr id="73" name="Textfeld 72">
                  <a:extLst>
                    <a:ext uri="{FF2B5EF4-FFF2-40B4-BE49-F238E27FC236}">
                      <a16:creationId xmlns:a16="http://schemas.microsoft.com/office/drawing/2014/main" id="{1A731DEE-2099-9727-B67D-C5D5741DCD4C}"/>
                    </a:ext>
                  </a:extLst>
                </p:cNvPr>
                <p:cNvSpPr txBox="1"/>
                <p:nvPr/>
              </p:nvSpPr>
              <p:spPr>
                <a:xfrm>
                  <a:off x="5813496" y="4759560"/>
                  <a:ext cx="423620" cy="430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US" sz="750" dirty="0">
                      <a:solidFill>
                        <a:srgbClr val="FFC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VH</a:t>
                  </a:r>
                </a:p>
                <a:p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VL</a:t>
                  </a:r>
                </a:p>
              </p:txBody>
            </p:sp>
            <p:sp>
              <p:nvSpPr>
                <p:cNvPr id="74" name="Textfeld 73">
                  <a:extLst>
                    <a:ext uri="{FF2B5EF4-FFF2-40B4-BE49-F238E27FC236}">
                      <a16:creationId xmlns:a16="http://schemas.microsoft.com/office/drawing/2014/main" id="{AF16161C-F570-7C27-D377-3C8C0E5AAC18}"/>
                    </a:ext>
                  </a:extLst>
                </p:cNvPr>
                <p:cNvSpPr txBox="1"/>
                <p:nvPr/>
              </p:nvSpPr>
              <p:spPr>
                <a:xfrm>
                  <a:off x="6085947" y="4759158"/>
                  <a:ext cx="423620" cy="430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VH</a:t>
                  </a:r>
                </a:p>
                <a:p>
                  <a:r>
                    <a:rPr lang="de-US" sz="750" dirty="0">
                      <a:solidFill>
                        <a:srgbClr val="FF0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VL</a:t>
                  </a:r>
                </a:p>
              </p:txBody>
            </p:sp>
            <p:sp>
              <p:nvSpPr>
                <p:cNvPr id="75" name="Textfeld 74">
                  <a:extLst>
                    <a:ext uri="{FF2B5EF4-FFF2-40B4-BE49-F238E27FC236}">
                      <a16:creationId xmlns:a16="http://schemas.microsoft.com/office/drawing/2014/main" id="{05F10528-F945-84C7-70D5-5775F0B36DD3}"/>
                    </a:ext>
                  </a:extLst>
                </p:cNvPr>
                <p:cNvSpPr txBox="1"/>
                <p:nvPr/>
              </p:nvSpPr>
              <p:spPr>
                <a:xfrm>
                  <a:off x="6345942" y="4757853"/>
                  <a:ext cx="423620" cy="430888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US" sz="750" dirty="0">
                      <a:solidFill>
                        <a:srgbClr val="FFC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VH</a:t>
                  </a:r>
                </a:p>
                <a:p>
                  <a:r>
                    <a:rPr lang="de-US" sz="750" dirty="0">
                      <a:solidFill>
                        <a:srgbClr val="FFC000"/>
                      </a:solidFill>
                      <a:latin typeface="Arial" panose="020B0604020202020204" pitchFamily="34" charset="0"/>
                      <a:cs typeface="Arial" panose="020B0604020202020204" pitchFamily="34" charset="0"/>
                    </a:rPr>
                    <a:t>VL</a:t>
                  </a:r>
                </a:p>
              </p:txBody>
            </p:sp>
            <p:sp>
              <p:nvSpPr>
                <p:cNvPr id="76" name="Textfeld 75">
                  <a:extLst>
                    <a:ext uri="{FF2B5EF4-FFF2-40B4-BE49-F238E27FC236}">
                      <a16:creationId xmlns:a16="http://schemas.microsoft.com/office/drawing/2014/main" id="{178C73FC-2B0E-53C6-B255-B36443203AA7}"/>
                    </a:ext>
                  </a:extLst>
                </p:cNvPr>
                <p:cNvSpPr txBox="1"/>
                <p:nvPr/>
              </p:nvSpPr>
              <p:spPr>
                <a:xfrm rot="16200000">
                  <a:off x="6186428" y="3943367"/>
                  <a:ext cx="1242610" cy="29269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Target 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cells</a:t>
                  </a:r>
                  <a:r>
                    <a:rPr lang="de-DE" sz="750" dirty="0">
                      <a:latin typeface="Arial" panose="020B0604020202020204" pitchFamily="34" charset="0"/>
                      <a:cs typeface="Arial" panose="020B0604020202020204" pitchFamily="34" charset="0"/>
                    </a:rPr>
                    <a:t> </a:t>
                  </a:r>
                  <a:r>
                    <a:rPr lang="de-DE" sz="750" dirty="0" err="1">
                      <a:latin typeface="Arial" panose="020B0604020202020204" pitchFamily="34" charset="0"/>
                      <a:cs typeface="Arial" panose="020B0604020202020204" pitchFamily="34" charset="0"/>
                    </a:rPr>
                    <a:t>only</a:t>
                  </a:r>
                  <a:endParaRPr lang="de-US" sz="750" dirty="0">
                    <a:latin typeface="Arial" panose="020B0604020202020204" pitchFamily="34" charset="0"/>
                    <a:cs typeface="Arial" panose="020B0604020202020204" pitchFamily="34" charset="0"/>
                  </a:endParaRPr>
                </a:p>
              </p:txBody>
            </p:sp>
          </p:grpSp>
        </p:grpSp>
        <p:sp>
          <p:nvSpPr>
            <p:cNvPr id="4" name="Textfeld 3">
              <a:extLst>
                <a:ext uri="{FF2B5EF4-FFF2-40B4-BE49-F238E27FC236}">
                  <a16:creationId xmlns:a16="http://schemas.microsoft.com/office/drawing/2014/main" id="{128BCD7B-78C1-2871-BDEA-63C93F8E3CFD}"/>
                </a:ext>
              </a:extLst>
            </p:cNvPr>
            <p:cNvSpPr txBox="1"/>
            <p:nvPr/>
          </p:nvSpPr>
          <p:spPr>
            <a:xfrm rot="16200000">
              <a:off x="8004942" y="5535672"/>
              <a:ext cx="713190" cy="2926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de-DE" sz="750" dirty="0">
                  <a:latin typeface="Arial" panose="020B0604020202020204" pitchFamily="34" charset="0"/>
                  <a:cs typeface="Arial" panose="020B0604020202020204" pitchFamily="34" charset="0"/>
                </a:rPr>
                <a:t>CTRL</a:t>
              </a:r>
              <a:endParaRPr lang="de-US" sz="750" dirty="0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</p:grpSp>
      <p:sp>
        <p:nvSpPr>
          <p:cNvPr id="360" name="Textfeld 359">
            <a:extLst>
              <a:ext uri="{FF2B5EF4-FFF2-40B4-BE49-F238E27FC236}">
                <a16:creationId xmlns:a16="http://schemas.microsoft.com/office/drawing/2014/main" id="{7A62BEF4-AF76-5B5F-5149-CCF1FC26A97F}"/>
              </a:ext>
            </a:extLst>
          </p:cNvPr>
          <p:cNvSpPr txBox="1"/>
          <p:nvPr/>
        </p:nvSpPr>
        <p:spPr>
          <a:xfrm>
            <a:off x="1946537" y="5505780"/>
            <a:ext cx="868100" cy="21749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lnSpc>
                <a:spcPct val="115000"/>
              </a:lnSpc>
              <a:spcAft>
                <a:spcPts val="800"/>
              </a:spcAft>
              <a:buNone/>
            </a:pPr>
            <a:r>
              <a:rPr lang="el-GR" sz="75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α</a:t>
            </a:r>
            <a:r>
              <a:rPr lang="de-DE" sz="750" kern="1200" dirty="0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TCR </a:t>
            </a:r>
            <a:r>
              <a:rPr lang="de-DE" sz="750" kern="1200" dirty="0" err="1">
                <a:solidFill>
                  <a:srgbClr val="000000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matched</a:t>
            </a:r>
            <a:endParaRPr lang="de-DE" sz="750" kern="100" dirty="0">
              <a:effectLst/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76083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227</Words>
  <Application>Microsoft Macintosh PowerPoint</Application>
  <PresentationFormat>A4-Papier (210 x 297 mm)</PresentationFormat>
  <Paragraphs>69</Paragraphs>
  <Slides>2</Slides>
  <Notes>0</Notes>
  <HiddenSlides>0</HiddenSlides>
  <MMClips>0</MMClips>
  <ScaleCrop>false</ScaleCrop>
  <HeadingPairs>
    <vt:vector size="8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Eingebettete OLE-Server</vt:lpstr>
      </vt:variant>
      <vt:variant>
        <vt:i4>1</vt:i4>
      </vt:variant>
      <vt:variant>
        <vt:lpstr>Folientitel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Office</vt:lpstr>
      <vt:lpstr>Prism</vt:lpstr>
      <vt:lpstr>PowerPoint-Präsentation</vt:lpstr>
      <vt:lpstr>PowerPoint-Präsentation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Stuhler, Gernot</dc:creator>
  <cp:lastModifiedBy>Stuhler, Gernot</cp:lastModifiedBy>
  <cp:revision>1</cp:revision>
  <dcterms:created xsi:type="dcterms:W3CDTF">2026-09-11T11:38:17Z</dcterms:created>
  <dcterms:modified xsi:type="dcterms:W3CDTF">2026-09-11T12:14:29Z</dcterms:modified>
</cp:coreProperties>
</file>