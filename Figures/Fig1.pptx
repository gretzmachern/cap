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8" r:id="rId2"/>
    <p:sldId id="260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664"/>
  </p:normalViewPr>
  <p:slideViewPr>
    <p:cSldViewPr snapToGrid="0">
      <p:cViewPr>
        <p:scale>
          <a:sx n="79" d="100"/>
          <a:sy n="79" d="100"/>
        </p:scale>
        <p:origin x="308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DEDEC-0B40-0940-B424-36C69AC0C10A}" type="datetimeFigureOut">
              <a:rPr lang="de-DE" smtClean="0"/>
              <a:t>29.09.26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4A308-2467-ED4C-9075-152008B785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8796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DEDEC-0B40-0940-B424-36C69AC0C10A}" type="datetimeFigureOut">
              <a:rPr lang="de-DE" smtClean="0"/>
              <a:t>29.09.26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4A308-2467-ED4C-9075-152008B785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9522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DEDEC-0B40-0940-B424-36C69AC0C10A}" type="datetimeFigureOut">
              <a:rPr lang="de-DE" smtClean="0"/>
              <a:t>29.09.26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4A308-2467-ED4C-9075-152008B785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8855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DEDEC-0B40-0940-B424-36C69AC0C10A}" type="datetimeFigureOut">
              <a:rPr lang="de-DE" smtClean="0"/>
              <a:t>29.09.26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4A308-2467-ED4C-9075-152008B785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7129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DEDEC-0B40-0940-B424-36C69AC0C10A}" type="datetimeFigureOut">
              <a:rPr lang="de-DE" smtClean="0"/>
              <a:t>29.09.26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4A308-2467-ED4C-9075-152008B785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7362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DEDEC-0B40-0940-B424-36C69AC0C10A}" type="datetimeFigureOut">
              <a:rPr lang="de-DE" smtClean="0"/>
              <a:t>29.09.26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4A308-2467-ED4C-9075-152008B785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1529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DEDEC-0B40-0940-B424-36C69AC0C10A}" type="datetimeFigureOut">
              <a:rPr lang="de-DE" smtClean="0"/>
              <a:t>29.09.26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4A308-2467-ED4C-9075-152008B785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7723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2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DEDEC-0B40-0940-B424-36C69AC0C10A}" type="datetimeFigureOut">
              <a:rPr lang="de-DE" smtClean="0"/>
              <a:t>29.09.26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4A308-2467-ED4C-9075-152008B785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3510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2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DEDEC-0B40-0940-B424-36C69AC0C10A}" type="datetimeFigureOut">
              <a:rPr lang="de-DE" smtClean="0"/>
              <a:t>29.09.26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4A308-2467-ED4C-9075-152008B785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1959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DEDEC-0B40-0940-B424-36C69AC0C10A}" type="datetimeFigureOut">
              <a:rPr lang="de-DE" smtClean="0"/>
              <a:t>29.09.26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4A308-2467-ED4C-9075-152008B785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500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DEDEC-0B40-0940-B424-36C69AC0C10A}" type="datetimeFigureOut">
              <a:rPr lang="de-DE" smtClean="0"/>
              <a:t>29.09.26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4A308-2467-ED4C-9075-152008B785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3800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0DEDEC-0B40-0940-B424-36C69AC0C10A}" type="datetimeFigureOut">
              <a:rPr lang="de-DE" smtClean="0"/>
              <a:t>29.09.26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B4A308-2467-ED4C-9075-152008B785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0836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B22153D4-84FF-7098-3CED-3BAE6D24E992}"/>
              </a:ext>
            </a:extLst>
          </p:cNvPr>
          <p:cNvGrpSpPr/>
          <p:nvPr/>
        </p:nvGrpSpPr>
        <p:grpSpPr>
          <a:xfrm>
            <a:off x="-9044" y="-71547"/>
            <a:ext cx="6867044" cy="9901242"/>
            <a:chOff x="-9044" y="-71547"/>
            <a:chExt cx="6867044" cy="9901242"/>
          </a:xfrm>
        </p:grpSpPr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9CB12C25-323F-4FA4-256D-0F9526717A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4029" t="3333" r="71669" b="70891"/>
            <a:stretch>
              <a:fillRect/>
            </a:stretch>
          </p:blipFill>
          <p:spPr>
            <a:xfrm>
              <a:off x="0" y="203099"/>
              <a:ext cx="1969079" cy="1812680"/>
            </a:xfrm>
            <a:prstGeom prst="rect">
              <a:avLst/>
            </a:prstGeom>
          </p:spPr>
        </p:pic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445A66A9-FF7B-45FD-C0F9-18C3D34F2F09}"/>
                </a:ext>
              </a:extLst>
            </p:cNvPr>
            <p:cNvGrpSpPr/>
            <p:nvPr/>
          </p:nvGrpSpPr>
          <p:grpSpPr>
            <a:xfrm>
              <a:off x="0" y="2535955"/>
              <a:ext cx="6858000" cy="2177020"/>
              <a:chOff x="-5376332" y="4626387"/>
              <a:chExt cx="12671096" cy="4022343"/>
            </a:xfrm>
          </p:grpSpPr>
          <p:pic>
            <p:nvPicPr>
              <p:cNvPr id="8" name="Grafik 7">
                <a:extLst>
                  <a:ext uri="{FF2B5EF4-FFF2-40B4-BE49-F238E27FC236}">
                    <a16:creationId xmlns:a16="http://schemas.microsoft.com/office/drawing/2014/main" id="{FB3B9425-543F-204B-5C79-1B16836EE6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56582" t="10706" b="25652"/>
              <a:stretch>
                <a:fillRect/>
              </a:stretch>
            </p:blipFill>
            <p:spPr>
              <a:xfrm>
                <a:off x="-5376332" y="4760382"/>
                <a:ext cx="4874380" cy="3349173"/>
              </a:xfrm>
              <a:prstGeom prst="rect">
                <a:avLst/>
              </a:prstGeom>
            </p:spPr>
          </p:pic>
          <p:pic>
            <p:nvPicPr>
              <p:cNvPr id="16" name="Grafik 15" descr="Ein Bild, das Text, Screenshot, Farbigkeit, Design enthält.&#10;&#10;KI-generierte Inhalte können fehlerhaft sein.">
                <a:extLst>
                  <a:ext uri="{FF2B5EF4-FFF2-40B4-BE49-F238E27FC236}">
                    <a16:creationId xmlns:a16="http://schemas.microsoft.com/office/drawing/2014/main" id="{8C7F36C9-CDE9-44B5-4933-A2A42BD06D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t="5966" r="37977"/>
              <a:stretch>
                <a:fillRect/>
              </a:stretch>
            </p:blipFill>
            <p:spPr>
              <a:xfrm>
                <a:off x="2219105" y="4626387"/>
                <a:ext cx="5075659" cy="4022343"/>
              </a:xfrm>
              <a:prstGeom prst="rect">
                <a:avLst/>
              </a:prstGeom>
            </p:spPr>
          </p:pic>
          <p:pic>
            <p:nvPicPr>
              <p:cNvPr id="17" name="Grafik 16" descr="Ein Bild, das Text, Screenshot, Farbigkeit, Design enthält.&#10;&#10;KI-generierte Inhalte können fehlerhaft sein.">
                <a:extLst>
                  <a:ext uri="{FF2B5EF4-FFF2-40B4-BE49-F238E27FC236}">
                    <a16:creationId xmlns:a16="http://schemas.microsoft.com/office/drawing/2014/main" id="{1402BF6C-C196-815C-EE5F-03F7E72E08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69859" t="5966" r="7686" b="48920"/>
              <a:stretch>
                <a:fillRect/>
              </a:stretch>
            </p:blipFill>
            <p:spPr>
              <a:xfrm>
                <a:off x="-1088224" y="4760382"/>
                <a:ext cx="3189293" cy="3349173"/>
              </a:xfrm>
              <a:prstGeom prst="rect">
                <a:avLst/>
              </a:prstGeom>
            </p:spPr>
          </p:pic>
        </p:grpSp>
        <p:pic>
          <p:nvPicPr>
            <p:cNvPr id="19" name="Grafik 18">
              <a:extLst>
                <a:ext uri="{FF2B5EF4-FFF2-40B4-BE49-F238E27FC236}">
                  <a16:creationId xmlns:a16="http://schemas.microsoft.com/office/drawing/2014/main" id="{3811AA9B-9259-55DB-31AD-0320C58DF5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29263" t="12295" r="64881" b="79037"/>
            <a:stretch>
              <a:fillRect/>
            </a:stretch>
          </p:blipFill>
          <p:spPr>
            <a:xfrm>
              <a:off x="1546277" y="242836"/>
              <a:ext cx="474440" cy="609601"/>
            </a:xfrm>
            <a:prstGeom prst="rect">
              <a:avLst/>
            </a:prstGeom>
          </p:spPr>
        </p:pic>
        <p:pic>
          <p:nvPicPr>
            <p:cNvPr id="22" name="Grafik 21">
              <a:extLst>
                <a:ext uri="{FF2B5EF4-FFF2-40B4-BE49-F238E27FC236}">
                  <a16:creationId xmlns:a16="http://schemas.microsoft.com/office/drawing/2014/main" id="{1F6E29AB-627C-7CBF-1C24-A3D0A887DC4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r="4403"/>
            <a:stretch>
              <a:fillRect/>
            </a:stretch>
          </p:blipFill>
          <p:spPr>
            <a:xfrm>
              <a:off x="150962" y="4613621"/>
              <a:ext cx="6556075" cy="3669248"/>
            </a:xfrm>
            <a:prstGeom prst="rect">
              <a:avLst/>
            </a:prstGeom>
          </p:spPr>
        </p:pic>
        <p:pic>
          <p:nvPicPr>
            <p:cNvPr id="23" name="Grafik 22">
              <a:extLst>
                <a:ext uri="{FF2B5EF4-FFF2-40B4-BE49-F238E27FC236}">
                  <a16:creationId xmlns:a16="http://schemas.microsoft.com/office/drawing/2014/main" id="{21DF46AB-1A66-5B35-B2DD-BF9008EB91B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l="4403" t="5897" b="4397"/>
            <a:stretch>
              <a:fillRect/>
            </a:stretch>
          </p:blipFill>
          <p:spPr>
            <a:xfrm>
              <a:off x="2020717" y="203099"/>
              <a:ext cx="2638169" cy="2035471"/>
            </a:xfrm>
            <a:prstGeom prst="rect">
              <a:avLst/>
            </a:prstGeom>
          </p:spPr>
        </p:pic>
        <p:pic>
          <p:nvPicPr>
            <p:cNvPr id="27" name="Grafik 26">
              <a:extLst>
                <a:ext uri="{FF2B5EF4-FFF2-40B4-BE49-F238E27FC236}">
                  <a16:creationId xmlns:a16="http://schemas.microsoft.com/office/drawing/2014/main" id="{A2189E48-D3BC-6369-864A-D14152CD3C0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 l="8163" t="5822" b="8106"/>
            <a:stretch>
              <a:fillRect/>
            </a:stretch>
          </p:blipFill>
          <p:spPr>
            <a:xfrm>
              <a:off x="4658886" y="301507"/>
              <a:ext cx="2190070" cy="1714272"/>
            </a:xfrm>
            <a:prstGeom prst="rect">
              <a:avLst/>
            </a:prstGeom>
          </p:spPr>
        </p:pic>
        <p:pic>
          <p:nvPicPr>
            <p:cNvPr id="3" name="Grafik 2">
              <a:extLst>
                <a:ext uri="{FF2B5EF4-FFF2-40B4-BE49-F238E27FC236}">
                  <a16:creationId xmlns:a16="http://schemas.microsoft.com/office/drawing/2014/main" id="{4F42E1BF-EAD3-80B8-4482-DE8F068003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0" y="8282869"/>
              <a:ext cx="6858000" cy="1546826"/>
            </a:xfrm>
            <a:prstGeom prst="rect">
              <a:avLst/>
            </a:prstGeom>
          </p:spPr>
        </p:pic>
        <p:sp>
          <p:nvSpPr>
            <p:cNvPr id="4" name="Textfeld 3">
              <a:extLst>
                <a:ext uri="{FF2B5EF4-FFF2-40B4-BE49-F238E27FC236}">
                  <a16:creationId xmlns:a16="http://schemas.microsoft.com/office/drawing/2014/main" id="{D49FAACE-E799-B126-0123-560F15629B56}"/>
                </a:ext>
              </a:extLst>
            </p:cNvPr>
            <p:cNvSpPr txBox="1"/>
            <p:nvPr/>
          </p:nvSpPr>
          <p:spPr>
            <a:xfrm>
              <a:off x="-3087" y="-58692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a</a:t>
              </a:r>
            </a:p>
          </p:txBody>
        </p: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BCE6F8B9-58CE-2A9B-6AF9-EFDC05835CDC}"/>
                </a:ext>
              </a:extLst>
            </p:cNvPr>
            <p:cNvSpPr txBox="1"/>
            <p:nvPr/>
          </p:nvSpPr>
          <p:spPr>
            <a:xfrm>
              <a:off x="2020717" y="-58961"/>
              <a:ext cx="3145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b</a:t>
              </a:r>
            </a:p>
          </p:txBody>
        </p:sp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7898DBC9-8CE7-2D84-CB26-3C8391E42409}"/>
                </a:ext>
              </a:extLst>
            </p:cNvPr>
            <p:cNvSpPr txBox="1"/>
            <p:nvPr/>
          </p:nvSpPr>
          <p:spPr>
            <a:xfrm>
              <a:off x="4658886" y="-71547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c</a:t>
              </a:r>
            </a:p>
          </p:txBody>
        </p: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95EAA313-BB1A-5973-3873-D4B6C21BA75B}"/>
                </a:ext>
              </a:extLst>
            </p:cNvPr>
            <p:cNvSpPr txBox="1"/>
            <p:nvPr/>
          </p:nvSpPr>
          <p:spPr>
            <a:xfrm>
              <a:off x="5957" y="2317576"/>
              <a:ext cx="3145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d</a:t>
              </a:r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063ED5DA-7BEA-C31F-7DDE-70535E723B6C}"/>
                </a:ext>
              </a:extLst>
            </p:cNvPr>
            <p:cNvSpPr txBox="1"/>
            <p:nvPr/>
          </p:nvSpPr>
          <p:spPr>
            <a:xfrm>
              <a:off x="4103077" y="2317576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e</a:t>
              </a:r>
            </a:p>
          </p:txBody>
        </p: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C15EA797-402B-8A00-B2ED-CB01BC19D02F}"/>
                </a:ext>
              </a:extLst>
            </p:cNvPr>
            <p:cNvSpPr txBox="1"/>
            <p:nvPr/>
          </p:nvSpPr>
          <p:spPr>
            <a:xfrm>
              <a:off x="-6293" y="4595136"/>
              <a:ext cx="2535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f</a:t>
              </a:r>
            </a:p>
          </p:txBody>
        </p: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72B526C3-0397-E5E1-C512-46953C147371}"/>
                </a:ext>
              </a:extLst>
            </p:cNvPr>
            <p:cNvSpPr txBox="1"/>
            <p:nvPr/>
          </p:nvSpPr>
          <p:spPr>
            <a:xfrm>
              <a:off x="-9044" y="8060407"/>
              <a:ext cx="296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0548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F31AB085-F8EA-8A23-F02B-C1A007A976A9}"/>
              </a:ext>
            </a:extLst>
          </p:cNvPr>
          <p:cNvGrpSpPr/>
          <p:nvPr/>
        </p:nvGrpSpPr>
        <p:grpSpPr>
          <a:xfrm>
            <a:off x="-3087" y="-71547"/>
            <a:ext cx="6861087" cy="7992963"/>
            <a:chOff x="-3087" y="-71547"/>
            <a:chExt cx="6861087" cy="7992963"/>
          </a:xfrm>
        </p:grpSpPr>
        <p:pic>
          <p:nvPicPr>
            <p:cNvPr id="3" name="Grafik 2" descr="Ein Bild, das Karte, Text, Screenshot enthält.&#10;&#10;KI-generierte Inhalte können fehlerhaft sein.">
              <a:extLst>
                <a:ext uri="{FF2B5EF4-FFF2-40B4-BE49-F238E27FC236}">
                  <a16:creationId xmlns:a16="http://schemas.microsoft.com/office/drawing/2014/main" id="{39EF8462-E095-63B2-D1C0-3D2D193F90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555" t="11089" r="55048" b="24557"/>
            <a:stretch>
              <a:fillRect/>
            </a:stretch>
          </p:blipFill>
          <p:spPr>
            <a:xfrm>
              <a:off x="2066242" y="249689"/>
              <a:ext cx="1998828" cy="1533585"/>
            </a:xfrm>
            <a:prstGeom prst="rect">
              <a:avLst/>
            </a:prstGeom>
          </p:spPr>
        </p:pic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F26CDA9E-FEEF-5448-15BD-850EC8E33D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4403" t="5639" b="4418"/>
            <a:stretch>
              <a:fillRect/>
            </a:stretch>
          </p:blipFill>
          <p:spPr>
            <a:xfrm>
              <a:off x="85544" y="155642"/>
              <a:ext cx="1998828" cy="1627632"/>
            </a:xfrm>
            <a:prstGeom prst="rect">
              <a:avLst/>
            </a:prstGeom>
          </p:spPr>
        </p:pic>
        <p:pic>
          <p:nvPicPr>
            <p:cNvPr id="10" name="Grafik 9" descr="Ein Bild, das Text, Screenshot, Reihe enthält.&#10;&#10;KI-generierte Inhalte können fehlerhaft sein.">
              <a:extLst>
                <a:ext uri="{FF2B5EF4-FFF2-40B4-BE49-F238E27FC236}">
                  <a16:creationId xmlns:a16="http://schemas.microsoft.com/office/drawing/2014/main" id="{7D392856-0FD1-29FA-2BC3-F00A46F4DFC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2723885"/>
              <a:ext cx="6858000" cy="5197531"/>
            </a:xfrm>
            <a:prstGeom prst="rect">
              <a:avLst/>
            </a:prstGeom>
          </p:spPr>
        </p:pic>
        <p:sp>
          <p:nvSpPr>
            <p:cNvPr id="2" name="Textfeld 1">
              <a:extLst>
                <a:ext uri="{FF2B5EF4-FFF2-40B4-BE49-F238E27FC236}">
                  <a16:creationId xmlns:a16="http://schemas.microsoft.com/office/drawing/2014/main" id="{093F0595-8082-61A5-A888-A6E8951B18CD}"/>
                </a:ext>
              </a:extLst>
            </p:cNvPr>
            <p:cNvSpPr txBox="1"/>
            <p:nvPr/>
          </p:nvSpPr>
          <p:spPr>
            <a:xfrm>
              <a:off x="-3087" y="-58692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a</a:t>
              </a:r>
            </a:p>
          </p:txBody>
        </p:sp>
        <p:sp>
          <p:nvSpPr>
            <p:cNvPr id="4" name="Textfeld 3">
              <a:extLst>
                <a:ext uri="{FF2B5EF4-FFF2-40B4-BE49-F238E27FC236}">
                  <a16:creationId xmlns:a16="http://schemas.microsoft.com/office/drawing/2014/main" id="{6601E881-D788-DADE-0452-35604D8E3DA4}"/>
                </a:ext>
              </a:extLst>
            </p:cNvPr>
            <p:cNvSpPr txBox="1"/>
            <p:nvPr/>
          </p:nvSpPr>
          <p:spPr>
            <a:xfrm>
              <a:off x="2020717" y="-58961"/>
              <a:ext cx="3145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b</a:t>
              </a:r>
            </a:p>
          </p:txBody>
        </p:sp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1A1F7934-C72E-8E63-D3EC-9061D7C378C1}"/>
                </a:ext>
              </a:extLst>
            </p:cNvPr>
            <p:cNvSpPr txBox="1"/>
            <p:nvPr/>
          </p:nvSpPr>
          <p:spPr>
            <a:xfrm>
              <a:off x="4658886" y="-71547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c</a:t>
              </a:r>
            </a:p>
          </p:txBody>
        </p: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CF262CEB-6116-FC12-21CB-9A5044C53074}"/>
                </a:ext>
              </a:extLst>
            </p:cNvPr>
            <p:cNvSpPr txBox="1"/>
            <p:nvPr/>
          </p:nvSpPr>
          <p:spPr>
            <a:xfrm>
              <a:off x="-3087" y="2422199"/>
              <a:ext cx="3145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d</a:t>
              </a:r>
            </a:p>
          </p:txBody>
        </p:sp>
        <p:pic>
          <p:nvPicPr>
            <p:cNvPr id="9" name="Grafik 8" descr="Ein Bild, das Karte, Text, Screenshot enthält.&#10;&#10;KI-generierte Inhalte können fehlerhaft sein.">
              <a:extLst>
                <a:ext uri="{FF2B5EF4-FFF2-40B4-BE49-F238E27FC236}">
                  <a16:creationId xmlns:a16="http://schemas.microsoft.com/office/drawing/2014/main" id="{C3673E63-BC45-AE58-4F0A-26BD3652E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7506" t="11089" b="25147"/>
            <a:stretch>
              <a:fillRect/>
            </a:stretch>
          </p:blipFill>
          <p:spPr>
            <a:xfrm>
              <a:off x="4616463" y="249689"/>
              <a:ext cx="2155993" cy="1519516"/>
            </a:xfrm>
            <a:prstGeom prst="rect">
              <a:avLst/>
            </a:prstGeom>
          </p:spPr>
        </p:pic>
        <p:pic>
          <p:nvPicPr>
            <p:cNvPr id="11" name="Grafik 10" descr="Ein Bild, das Karte, Text, Screenshot enthält.&#10;&#10;KI-generierte Inhalte können fehlerhaft sein.">
              <a:extLst>
                <a:ext uri="{FF2B5EF4-FFF2-40B4-BE49-F238E27FC236}">
                  <a16:creationId xmlns:a16="http://schemas.microsoft.com/office/drawing/2014/main" id="{541BF6FF-8D5B-345F-6FCC-6E01BD3DAE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4181" t="82528" r="23338" b="815"/>
            <a:stretch>
              <a:fillRect/>
            </a:stretch>
          </p:blipFill>
          <p:spPr>
            <a:xfrm>
              <a:off x="2523147" y="1877321"/>
              <a:ext cx="4186631" cy="62414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01379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11</Words>
  <Application>Microsoft Macintosh PowerPoint</Application>
  <PresentationFormat>A4-Papier (210 x 297 mm)</PresentationFormat>
  <Paragraphs>11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Stuhler, Gernot</dc:creator>
  <cp:lastModifiedBy>Stuhler, Gernot</cp:lastModifiedBy>
  <cp:revision>3</cp:revision>
  <dcterms:created xsi:type="dcterms:W3CDTF">2026-09-29T09:45:58Z</dcterms:created>
  <dcterms:modified xsi:type="dcterms:W3CDTF">2026-09-29T13:39:47Z</dcterms:modified>
</cp:coreProperties>
</file>