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4"/>
  </p:normalViewPr>
  <p:slideViewPr>
    <p:cSldViewPr snapToGrid="0">
      <p:cViewPr varScale="1">
        <p:scale>
          <a:sx n="91" d="100"/>
          <a:sy n="91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A21062-5D52-E654-B2E8-46816D359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374235-A8A5-6761-0418-59A2A223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ED0336-0DE4-9237-6CB3-3285BD82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D11D66-BD81-915B-9FA0-2F477C52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5EFE05-4051-84A2-517E-DA8401A6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86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CF0FB-CA59-9669-0E03-B62C645E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89F7D1-AFE5-AD1C-4AC9-11D2CC97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2F8E4B-0610-2063-78B3-550886FA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21F6E1-82FA-265D-467C-56D7B8EB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288500-8ED9-F1B0-D95B-767E93E1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011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5B795-B125-A222-FA4D-261933AF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EC567F-398C-4BA0-A6F6-D0131039E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041E3-3BB8-CCE6-70EC-81261504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5EED2-496E-DB48-91D2-A6D6FAC1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477E1E-1336-B2DE-D174-4421322D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90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71E0F-E183-6574-FD86-9D9D51EE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ABF529-1C5C-AAE9-1A26-7127F7041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47150F-ABF8-4D65-D239-467BBA5F7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1EEBE0-260C-F97C-5281-B5C87A59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24D700-827A-E332-162C-063F081C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2C5325-2A12-B63E-27C4-1A84EABF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43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0D0FA7-4784-FC55-1732-269097CF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64BA09-A632-0A3E-369E-FC4A8E854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CEC31F-673C-E6A0-3403-3936EABEC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0850A2-ACF0-39B7-3CA4-FF15DE803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08B946-C5CF-BC46-B5D1-BB60E7991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1F0185-858D-E465-E4EB-5C3F64A7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438E86-8FEF-25DC-1FE9-67FCA8EA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A0FD770-7607-7F20-5585-6AC77A34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44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F3C55A-B94F-6A9A-E4E2-3AC0C5C4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CC38628-777B-AEF8-6985-CFF27F45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4F07CB-DB3C-F0F2-A40A-7F1B5DE2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634EAB-DF98-09D5-92D1-EE33170E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33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A79D39-520F-EAB3-57AE-C8B4DBB9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7EF003-53A1-75D2-72F2-15BB7FEE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A1C82C-D497-0A8A-6D85-1EF58B48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48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9A44A-4CF4-F3B7-41FD-368650F1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59046E-8190-960E-369B-7B75FC543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5E5416-03FD-AA7B-A0A6-510CD83E3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16BA34-ACE2-5A0F-362F-9968DA81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9C1969-138A-AF40-1BD6-D8FFFA2A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4418B8-EAB1-F132-A831-35E4716B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04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11322-FF8E-BF00-C358-89037E54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56A581-29D4-11A9-C38A-C278694CD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010507-62B3-2B01-8756-E4B1C2F13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9AADB4-93FF-D44A-C245-FE973994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C1C3E7-5B57-B389-0E2B-F5364CD3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6EB8DF-25CF-B5A2-B1DA-1F005651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2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962C0-BB43-E67B-E298-51FE5C74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EE762F-C612-1DDE-F6A9-4BC115A29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42A960-78A7-56B8-9D46-2C3D46DF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0A2098-855E-7289-91DA-BC2417B6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AFB564-2837-3A80-2FC0-38C96610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0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5B68A1E-46EA-4B9A-B218-492834FC7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D0210C-9FE4-081A-C63F-CD8389144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141020-5197-6F94-96BE-4A047CB4D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D0EC04-FC11-134F-07D5-AF4C4337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6257DD-A88A-A559-6321-D6C06236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9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4C181D-CEDA-1043-4BF2-B1E495D0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F0FC32-72D8-B7B1-D490-37547F9C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36FD16-615B-C39C-F437-A353E53CA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44C20-93C4-EE41-83C5-102DBBCDE7AC}" type="datetimeFigureOut">
              <a:rPr lang="de-DE" smtClean="0"/>
              <a:t>14.09.26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1053B7-168D-EFB2-F7A5-5FC578804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883C08-1B0A-BA75-5846-4B49E2FC9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E9518-3508-8D44-95D6-671DAF69B5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08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088D0BE-D503-19AC-038F-E6F8E48E2CBC}"/>
              </a:ext>
            </a:extLst>
          </p:cNvPr>
          <p:cNvGrpSpPr/>
          <p:nvPr/>
        </p:nvGrpSpPr>
        <p:grpSpPr>
          <a:xfrm>
            <a:off x="282649" y="4121954"/>
            <a:ext cx="6088320" cy="2165193"/>
            <a:chOff x="257249" y="6907826"/>
            <a:chExt cx="6088320" cy="2165193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460159C-DACF-6FDA-8BF5-BD0F4CC03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7778" t="91684" r="9113" b="4605"/>
            <a:stretch>
              <a:fillRect/>
            </a:stretch>
          </p:blipFill>
          <p:spPr>
            <a:xfrm>
              <a:off x="1910480" y="8725616"/>
              <a:ext cx="2740512" cy="170153"/>
            </a:xfrm>
            <a:prstGeom prst="rect">
              <a:avLst/>
            </a:prstGeom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5E462459-F6EC-540E-8FA2-E24C87FFF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439" t="52770" r="1788"/>
            <a:stretch>
              <a:fillRect/>
            </a:stretch>
          </p:blipFill>
          <p:spPr>
            <a:xfrm>
              <a:off x="257249" y="6907826"/>
              <a:ext cx="6088320" cy="2165193"/>
            </a:xfrm>
            <a:prstGeom prst="rect">
              <a:avLst/>
            </a:prstGeom>
          </p:spPr>
        </p:pic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53ABC68A-3E86-F273-1B6A-056B6BB2DCBE}"/>
                </a:ext>
              </a:extLst>
            </p:cNvPr>
            <p:cNvSpPr/>
            <p:nvPr/>
          </p:nvSpPr>
          <p:spPr>
            <a:xfrm>
              <a:off x="3280736" y="8718519"/>
              <a:ext cx="1069849" cy="170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D51FA21-7AD8-B3E3-67D1-9C220F8AA3E6}"/>
                </a:ext>
              </a:extLst>
            </p:cNvPr>
            <p:cNvSpPr/>
            <p:nvPr/>
          </p:nvSpPr>
          <p:spPr>
            <a:xfrm>
              <a:off x="257249" y="7019817"/>
              <a:ext cx="1069849" cy="170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CD33AF1-F2FC-A020-B379-B0F4D52C98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65489"/>
          <a:stretch>
            <a:fillRect/>
          </a:stretch>
        </p:blipFill>
        <p:spPr>
          <a:xfrm>
            <a:off x="0" y="1719726"/>
            <a:ext cx="6858000" cy="24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60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Stuhler, Gernot</dc:creator>
  <cp:lastModifiedBy>Stuhler, Gernot</cp:lastModifiedBy>
  <cp:revision>1</cp:revision>
  <dcterms:created xsi:type="dcterms:W3CDTF">2026-09-14T09:02:20Z</dcterms:created>
  <dcterms:modified xsi:type="dcterms:W3CDTF">2026-09-14T09:02:40Z</dcterms:modified>
</cp:coreProperties>
</file>